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docProps/core.xml" ContentType="application/vnd.openxmlformats-package.core-properties+xml"/>
  <Override PartName="/ppt/presentation.xml" ContentType="application/vnd.openxmlformats-officedocument.presentationml.presentation.main+xml"/>
  <Override PartName="/ppt/metadata" ContentType="application/binary"/>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custom-properties" Target="docProps/custom.xml"/><Relationship Id="rId2" Type="http://schemas.openxmlformats.org/officeDocument/2006/relationships/officeDocument" Target="ppt/presentation.xml"/><Relationship Id="rId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showSpecialPlsOnTitleSld="0">
  <p:sldMasterIdLst>
    <p:sldMasterId id="2147483648" r:id="rId4"/>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y="6858000" cx="9144000"/>
  <p:notesSz cx="7315200" cy="9601200"/>
  <p:embeddedFontLst>
    <p:embeddedFont>
      <p:font typeface="Bodoni"/>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36" roundtripDataSignature="AMtx7mgW6QDEe1bK2rpXxYIVDhwqWs7Od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font" Target="fonts/Bodoni-italic.fntdata"/><Relationship Id="rId25" Type="http://schemas.openxmlformats.org/officeDocument/2006/relationships/slide" Target="slides/slide19.xml"/><Relationship Id="rId7" Type="http://schemas.openxmlformats.org/officeDocument/2006/relationships/slide" Target="slides/slide1.xml"/><Relationship Id="rId33" Type="http://schemas.openxmlformats.org/officeDocument/2006/relationships/font" Target="fonts/Bodoni-bold.fntdata"/><Relationship Id="rId12" Type="http://schemas.openxmlformats.org/officeDocument/2006/relationships/slide" Target="slides/slide6.xml"/><Relationship Id="rId17" Type="http://schemas.openxmlformats.org/officeDocument/2006/relationships/slide" Target="slides/slide11.xml"/><Relationship Id="rId38" Type="http://schemas.openxmlformats.org/officeDocument/2006/relationships/customXml" Target="../customXml/item2.xml"/><Relationship Id="rId20" Type="http://schemas.openxmlformats.org/officeDocument/2006/relationships/slide" Target="slides/slide14.xml"/><Relationship Id="rId2" Type="http://schemas.openxmlformats.org/officeDocument/2006/relationships/viewProps" Target="viewProps.xml"/><Relationship Id="rId29" Type="http://schemas.openxmlformats.org/officeDocument/2006/relationships/slide" Target="slides/slide23.xml"/><Relationship Id="rId16" Type="http://schemas.openxmlformats.org/officeDocument/2006/relationships/slide" Target="slides/slide10.xml"/><Relationship Id="rId24" Type="http://schemas.openxmlformats.org/officeDocument/2006/relationships/slide" Target="slides/slide18.xml"/><Relationship Id="rId1" Type="http://schemas.openxmlformats.org/officeDocument/2006/relationships/theme" Target="theme/theme1.xml"/><Relationship Id="rId6" Type="http://schemas.openxmlformats.org/officeDocument/2006/relationships/notesMaster" Target="notesMasters/notesMaster1.xml"/><Relationship Id="rId11" Type="http://schemas.openxmlformats.org/officeDocument/2006/relationships/slide" Target="slides/slide5.xml"/><Relationship Id="rId32" Type="http://schemas.openxmlformats.org/officeDocument/2006/relationships/font" Target="fonts/Bodoni-regular.fntdata"/><Relationship Id="rId37" Type="http://schemas.openxmlformats.org/officeDocument/2006/relationships/customXml" Target="../customXml/item1.xml"/><Relationship Id="rId23" Type="http://schemas.openxmlformats.org/officeDocument/2006/relationships/slide" Target="slides/slide17.xml"/><Relationship Id="rId28" Type="http://schemas.openxmlformats.org/officeDocument/2006/relationships/slide" Target="slides/slide22.xml"/><Relationship Id="rId5" Type="http://schemas.openxmlformats.org/officeDocument/2006/relationships/slideMaster" Target="slideMasters/slideMaster2.xml"/><Relationship Id="rId15" Type="http://schemas.openxmlformats.org/officeDocument/2006/relationships/slide" Target="slides/slide9.xml"/><Relationship Id="rId36" Type="http://customschemas.google.com/relationships/presentationmetadata" Target="metadata"/><Relationship Id="rId31" Type="http://schemas.openxmlformats.org/officeDocument/2006/relationships/slide" Target="slides/slide25.xml"/><Relationship Id="rId10" Type="http://schemas.openxmlformats.org/officeDocument/2006/relationships/slide" Target="slides/slide4.xml"/><Relationship Id="rId19" Type="http://schemas.openxmlformats.org/officeDocument/2006/relationships/slide" Target="slides/slide13.xml"/><Relationship Id="rId22" Type="http://schemas.openxmlformats.org/officeDocument/2006/relationships/slide" Target="slides/slide16.xml"/><Relationship Id="rId4" Type="http://schemas.openxmlformats.org/officeDocument/2006/relationships/slideMaster" Target="slideMasters/slideMaster1.xml"/><Relationship Id="rId9" Type="http://schemas.openxmlformats.org/officeDocument/2006/relationships/slide" Target="slides/slide3.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font" Target="fonts/Bodoni-boldItalic.fntdata"/><Relationship Id="rId14" Type="http://schemas.openxmlformats.org/officeDocument/2006/relationships/slide" Target="slides/slide8.xml"/><Relationship Id="rId8" Type="http://schemas.openxmlformats.org/officeDocument/2006/relationships/slide" Target="slides/slide2.xml"/><Relationship Id="rId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169920" cy="480060"/>
          </a:xfrm>
          <a:prstGeom prst="rect">
            <a:avLst/>
          </a:prstGeom>
          <a:noFill/>
          <a:ln>
            <a:noFill/>
          </a:ln>
        </p:spPr>
        <p:txBody>
          <a:bodyPr anchorCtr="0" anchor="t"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4143587" y="0"/>
            <a:ext cx="3169920" cy="480060"/>
          </a:xfrm>
          <a:prstGeom prst="rect">
            <a:avLst/>
          </a:prstGeom>
          <a:noFill/>
          <a:ln>
            <a:noFill/>
          </a:ln>
        </p:spPr>
        <p:txBody>
          <a:bodyPr anchorCtr="0" anchor="t" bIns="48325" lIns="96650" spcFirstLastPara="1" rIns="96650" wrap="square" tIns="48325">
            <a:noAutofit/>
          </a:bodyPr>
          <a:lstStyle>
            <a:lvl1pPr lvl="0" marR="0" rtl="0" algn="r">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119474"/>
            <a:ext cx="3169920" cy="480060"/>
          </a:xfrm>
          <a:prstGeom prst="rect">
            <a:avLst/>
          </a:prstGeom>
          <a:noFill/>
          <a:ln>
            <a:noFill/>
          </a:ln>
        </p:spPr>
        <p:txBody>
          <a:bodyPr anchorCtr="0" anchor="b" bIns="48325" lIns="96650" spcFirstLastPara="1" rIns="96650" wrap="square" tIns="48325">
            <a:noAutofit/>
          </a:bodyPr>
          <a:lstStyle>
            <a:lvl1pPr lvl="0" marR="0" rtl="0" algn="l">
              <a:spcBef>
                <a:spcPts val="0"/>
              </a:spcBef>
              <a:spcAft>
                <a:spcPts val="0"/>
              </a:spcAft>
              <a:buSzPts val="1400"/>
              <a:buNone/>
              <a:defRPr b="0" i="0" sz="13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spcBef>
                <a:spcPts val="0"/>
              </a:spcBef>
              <a:spcAft>
                <a:spcPts val="0"/>
              </a:spcAft>
              <a:buNone/>
            </a:pPr>
            <a:fld id="{00000000-1234-1234-1234-123412341234}" type="slidenum">
              <a:rPr b="0" i="0" lang="en-US" sz="1300" u="none" cap="none" strike="noStrike">
                <a:solidFill>
                  <a:schemeClr val="dk1"/>
                </a:solidFill>
                <a:latin typeface="Calibri"/>
                <a:ea typeface="Calibri"/>
                <a:cs typeface="Calibri"/>
                <a:sym typeface="Calibri"/>
              </a:rPr>
              <a:t>‹#›</a:t>
            </a:fld>
            <a:endParaRPr b="0" i="0" sz="13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C3%A1todo" TargetMode="External"/><Relationship Id="rId3" Type="http://schemas.openxmlformats.org/officeDocument/2006/relationships/hyperlink" Target="https://es.wikipedia.org/wiki/%C3%81nodo" TargetMode="External"/><Relationship Id="rId4" Type="http://schemas.openxmlformats.org/officeDocument/2006/relationships/hyperlink" Target="https://es.wikipedia.org/wiki/Diodo" TargetMode="External"/><Relationship Id="rId5" Type="http://schemas.openxmlformats.org/officeDocument/2006/relationships/hyperlink" Target="https://es.wikipedia.org/wiki/Fluorescencia"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C3%A1todo" TargetMode="External"/><Relationship Id="rId3" Type="http://schemas.openxmlformats.org/officeDocument/2006/relationships/hyperlink" Target="https://es.wikipedia.org/wiki/%C3%81nodo" TargetMode="External"/><Relationship Id="rId4" Type="http://schemas.openxmlformats.org/officeDocument/2006/relationships/hyperlink" Target="https://es.wikipedia.org/wiki/Diodo" TargetMode="External"/><Relationship Id="rId5" Type="http://schemas.openxmlformats.org/officeDocument/2006/relationships/hyperlink" Target="https://es.wikipedia.org/wiki/Fluorescencia"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C3%A1todo" TargetMode="External"/><Relationship Id="rId3" Type="http://schemas.openxmlformats.org/officeDocument/2006/relationships/hyperlink" Target="https://es.wikipedia.org/wiki/%C3%81nodo" TargetMode="External"/><Relationship Id="rId4" Type="http://schemas.openxmlformats.org/officeDocument/2006/relationships/hyperlink" Target="https://es.wikipedia.org/wiki/Diodo" TargetMode="External"/><Relationship Id="rId5" Type="http://schemas.openxmlformats.org/officeDocument/2006/relationships/hyperlink" Target="https://es.wikipedia.org/wiki/Fluorescencia"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C3%A1todo" TargetMode="External"/><Relationship Id="rId3" Type="http://schemas.openxmlformats.org/officeDocument/2006/relationships/hyperlink" Target="https://es.wikipedia.org/wiki/%C3%81nodo" TargetMode="External"/><Relationship Id="rId4" Type="http://schemas.openxmlformats.org/officeDocument/2006/relationships/hyperlink" Target="https://es.wikipedia.org/wiki/Diodo" TargetMode="External"/><Relationship Id="rId5" Type="http://schemas.openxmlformats.org/officeDocument/2006/relationships/hyperlink" Target="https://es.wikipedia.org/wiki/Fluorescencia"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C3%A1todo" TargetMode="External"/><Relationship Id="rId3" Type="http://schemas.openxmlformats.org/officeDocument/2006/relationships/hyperlink" Target="https://es.wikipedia.org/wiki/%C3%81nodo" TargetMode="External"/><Relationship Id="rId4" Type="http://schemas.openxmlformats.org/officeDocument/2006/relationships/hyperlink" Target="https://es.wikipedia.org/wiki/Diodo" TargetMode="External"/><Relationship Id="rId5" Type="http://schemas.openxmlformats.org/officeDocument/2006/relationships/hyperlink" Target="https://es.wikipedia.org/wiki/Fluorescencia"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C3%A1todo" TargetMode="External"/><Relationship Id="rId3" Type="http://schemas.openxmlformats.org/officeDocument/2006/relationships/hyperlink" Target="https://es.wikipedia.org/wiki/%C3%81nodo" TargetMode="External"/><Relationship Id="rId4" Type="http://schemas.openxmlformats.org/officeDocument/2006/relationships/hyperlink" Target="https://es.wikipedia.org/wiki/Diodo" TargetMode="External"/><Relationship Id="rId5" Type="http://schemas.openxmlformats.org/officeDocument/2006/relationships/hyperlink" Target="https://es.wikipedia.org/wiki/Fluorescencia"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C3%A1todo" TargetMode="External"/><Relationship Id="rId3" Type="http://schemas.openxmlformats.org/officeDocument/2006/relationships/hyperlink" Target="https://es.wikipedia.org/wiki/%C3%81nodo" TargetMode="External"/><Relationship Id="rId4" Type="http://schemas.openxmlformats.org/officeDocument/2006/relationships/hyperlink" Target="https://es.wikipedia.org/wiki/Diodo" TargetMode="External"/><Relationship Id="rId5" Type="http://schemas.openxmlformats.org/officeDocument/2006/relationships/hyperlink" Target="https://es.wikipedia.org/wiki/Fluorescencia"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es.wikipedia.org/wiki/C%C3%A1todo" TargetMode="External"/><Relationship Id="rId3" Type="http://schemas.openxmlformats.org/officeDocument/2006/relationships/hyperlink" Target="https://es.wikipedia.org/wiki/%C3%81nodo" TargetMode="External"/><Relationship Id="rId4" Type="http://schemas.openxmlformats.org/officeDocument/2006/relationships/hyperlink" Target="https://es.wikipedia.org/wiki/Diodo" TargetMode="External"/><Relationship Id="rId5" Type="http://schemas.openxmlformats.org/officeDocument/2006/relationships/hyperlink" Target="https://es.wikipedia.org/wiki/Fluorescencia"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1" name="Shape 171"/>
        <p:cNvGrpSpPr/>
        <p:nvPr/>
      </p:nvGrpSpPr>
      <p:grpSpPr>
        <a:xfrm>
          <a:off x="0" y="0"/>
          <a:ext cx="0" cy="0"/>
          <a:chOff x="0" y="0"/>
          <a:chExt cx="0" cy="0"/>
        </a:xfrm>
      </p:grpSpPr>
      <p:sp>
        <p:nvSpPr>
          <p:cNvPr id="172" name="Google Shape;172;p1:notes"/>
          <p:cNvSpPr txBox="1"/>
          <p:nvPr>
            <p:ph idx="1" type="body"/>
          </p:nvPr>
        </p:nvSpPr>
        <p:spPr>
          <a:xfrm>
            <a:off x="731520" y="4560570"/>
            <a:ext cx="5852160" cy="4320540"/>
          </a:xfrm>
          <a:prstGeom prst="rect">
            <a:avLst/>
          </a:prstGeom>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73" name="Google Shape;173;p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8" name="Shape 178"/>
        <p:cNvGrpSpPr/>
        <p:nvPr/>
      </p:nvGrpSpPr>
      <p:grpSpPr>
        <a:xfrm>
          <a:off x="0" y="0"/>
          <a:ext cx="0" cy="0"/>
          <a:chOff x="0" y="0"/>
          <a:chExt cx="0" cy="0"/>
        </a:xfrm>
      </p:grpSpPr>
      <p:sp>
        <p:nvSpPr>
          <p:cNvPr id="179" name="Google Shape;179;p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1" name="Google Shape;181;p2: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6" name="Shape 186"/>
        <p:cNvGrpSpPr/>
        <p:nvPr/>
      </p:nvGrpSpPr>
      <p:grpSpPr>
        <a:xfrm>
          <a:off x="0" y="0"/>
          <a:ext cx="0" cy="0"/>
          <a:chOff x="0" y="0"/>
          <a:chExt cx="0" cy="0"/>
        </a:xfrm>
      </p:grpSpPr>
      <p:sp>
        <p:nvSpPr>
          <p:cNvPr id="187" name="Google Shape;187;p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189" name="Google Shape;189;p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2" name="Shape 202"/>
        <p:cNvGrpSpPr/>
        <p:nvPr/>
      </p:nvGrpSpPr>
      <p:grpSpPr>
        <a:xfrm>
          <a:off x="0" y="0"/>
          <a:ext cx="0" cy="0"/>
          <a:chOff x="0" y="0"/>
          <a:chExt cx="0" cy="0"/>
        </a:xfrm>
      </p:grpSpPr>
      <p:sp>
        <p:nvSpPr>
          <p:cNvPr id="203" name="Google Shape;203;p4: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p4: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05" name="Google Shape;205;p4: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0" name="Shape 210"/>
        <p:cNvGrpSpPr/>
        <p:nvPr/>
      </p:nvGrpSpPr>
      <p:grpSpPr>
        <a:xfrm>
          <a:off x="0" y="0"/>
          <a:ext cx="0" cy="0"/>
          <a:chOff x="0" y="0"/>
          <a:chExt cx="0" cy="0"/>
        </a:xfrm>
      </p:grpSpPr>
      <p:sp>
        <p:nvSpPr>
          <p:cNvPr id="211" name="Google Shape;211;p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2" name="Google Shape;212;p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13" name="Google Shape;213;p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8" name="Shape 218"/>
        <p:cNvGrpSpPr/>
        <p:nvPr/>
      </p:nvGrpSpPr>
      <p:grpSpPr>
        <a:xfrm>
          <a:off x="0" y="0"/>
          <a:ext cx="0" cy="0"/>
          <a:chOff x="0" y="0"/>
          <a:chExt cx="0" cy="0"/>
        </a:xfrm>
      </p:grpSpPr>
      <p:sp>
        <p:nvSpPr>
          <p:cNvPr id="219" name="Google Shape;219;p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21" name="Google Shape;221;p6: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7" name="Shape 227"/>
        <p:cNvGrpSpPr/>
        <p:nvPr/>
      </p:nvGrpSpPr>
      <p:grpSpPr>
        <a:xfrm>
          <a:off x="0" y="0"/>
          <a:ext cx="0" cy="0"/>
          <a:chOff x="0" y="0"/>
          <a:chExt cx="0" cy="0"/>
        </a:xfrm>
      </p:grpSpPr>
      <p:sp>
        <p:nvSpPr>
          <p:cNvPr id="228" name="Google Shape;228;p1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9" name="Google Shape;229;p1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30" name="Google Shape;230;p1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6" name="Shape 236"/>
        <p:cNvGrpSpPr/>
        <p:nvPr/>
      </p:nvGrpSpPr>
      <p:grpSpPr>
        <a:xfrm>
          <a:off x="0" y="0"/>
          <a:ext cx="0" cy="0"/>
          <a:chOff x="0" y="0"/>
          <a:chExt cx="0" cy="0"/>
        </a:xfrm>
      </p:grpSpPr>
      <p:sp>
        <p:nvSpPr>
          <p:cNvPr id="237" name="Google Shape;237;g7524c3530b_0_0:notes"/>
          <p:cNvSpPr/>
          <p:nvPr>
            <p:ph idx="2" type="sldImg"/>
          </p:nvPr>
        </p:nvSpPr>
        <p:spPr>
          <a:xfrm>
            <a:off x="1257300" y="720725"/>
            <a:ext cx="4800600" cy="36006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8" name="Google Shape;238;g7524c3530b_0_0:notes"/>
          <p:cNvSpPr txBox="1"/>
          <p:nvPr>
            <p:ph idx="1" type="body"/>
          </p:nvPr>
        </p:nvSpPr>
        <p:spPr>
          <a:xfrm>
            <a:off x="731520" y="4560570"/>
            <a:ext cx="5852100" cy="432060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39" name="Google Shape;239;g7524c3530b_0_0:notes"/>
          <p:cNvSpPr txBox="1"/>
          <p:nvPr>
            <p:ph idx="12" type="sldNum"/>
          </p:nvPr>
        </p:nvSpPr>
        <p:spPr>
          <a:xfrm>
            <a:off x="4143587" y="9119474"/>
            <a:ext cx="3169800" cy="48000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5" name="Shape 245"/>
        <p:cNvGrpSpPr/>
        <p:nvPr/>
      </p:nvGrpSpPr>
      <p:grpSpPr>
        <a:xfrm>
          <a:off x="0" y="0"/>
          <a:ext cx="0" cy="0"/>
          <a:chOff x="0" y="0"/>
          <a:chExt cx="0" cy="0"/>
        </a:xfrm>
      </p:grpSpPr>
      <p:sp>
        <p:nvSpPr>
          <p:cNvPr id="246" name="Google Shape;246;p1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7" name="Google Shape;247;p1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48" name="Google Shape;248;p17: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4" name="Shape 254"/>
        <p:cNvGrpSpPr/>
        <p:nvPr/>
      </p:nvGrpSpPr>
      <p:grpSpPr>
        <a:xfrm>
          <a:off x="0" y="0"/>
          <a:ext cx="0" cy="0"/>
          <a:chOff x="0" y="0"/>
          <a:chExt cx="0" cy="0"/>
        </a:xfrm>
      </p:grpSpPr>
      <p:sp>
        <p:nvSpPr>
          <p:cNvPr id="255" name="Google Shape;255;p1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1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57" name="Google Shape;257;p1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3" name="Shape 263"/>
        <p:cNvGrpSpPr/>
        <p:nvPr/>
      </p:nvGrpSpPr>
      <p:grpSpPr>
        <a:xfrm>
          <a:off x="0" y="0"/>
          <a:ext cx="0" cy="0"/>
          <a:chOff x="0" y="0"/>
          <a:chExt cx="0" cy="0"/>
        </a:xfrm>
      </p:grpSpPr>
      <p:sp>
        <p:nvSpPr>
          <p:cNvPr id="264" name="Google Shape;264;p1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66" name="Google Shape;266;p1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4" name="Shape 274"/>
        <p:cNvGrpSpPr/>
        <p:nvPr/>
      </p:nvGrpSpPr>
      <p:grpSpPr>
        <a:xfrm>
          <a:off x="0" y="0"/>
          <a:ext cx="0" cy="0"/>
          <a:chOff x="0" y="0"/>
          <a:chExt cx="0" cy="0"/>
        </a:xfrm>
      </p:grpSpPr>
      <p:sp>
        <p:nvSpPr>
          <p:cNvPr id="275" name="Google Shape;275;p2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6" name="Google Shape;276;p2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77" name="Google Shape;277;p2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4" name="Shape 284"/>
        <p:cNvGrpSpPr/>
        <p:nvPr/>
      </p:nvGrpSpPr>
      <p:grpSpPr>
        <a:xfrm>
          <a:off x="0" y="0"/>
          <a:ext cx="0" cy="0"/>
          <a:chOff x="0" y="0"/>
          <a:chExt cx="0" cy="0"/>
        </a:xfrm>
      </p:grpSpPr>
      <p:sp>
        <p:nvSpPr>
          <p:cNvPr id="285" name="Google Shape;285;p2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6" name="Google Shape;286;p2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87" name="Google Shape;287;p2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3" name="Shape 293"/>
        <p:cNvGrpSpPr/>
        <p:nvPr/>
      </p:nvGrpSpPr>
      <p:grpSpPr>
        <a:xfrm>
          <a:off x="0" y="0"/>
          <a:ext cx="0" cy="0"/>
          <a:chOff x="0" y="0"/>
          <a:chExt cx="0" cy="0"/>
        </a:xfrm>
      </p:grpSpPr>
      <p:sp>
        <p:nvSpPr>
          <p:cNvPr id="294" name="Google Shape;294;p22: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5" name="Google Shape;295;p22: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296" name="Google Shape;296;p22: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3" name="Shape 303"/>
        <p:cNvGrpSpPr/>
        <p:nvPr/>
      </p:nvGrpSpPr>
      <p:grpSpPr>
        <a:xfrm>
          <a:off x="0" y="0"/>
          <a:ext cx="0" cy="0"/>
          <a:chOff x="0" y="0"/>
          <a:chExt cx="0" cy="0"/>
        </a:xfrm>
      </p:grpSpPr>
      <p:sp>
        <p:nvSpPr>
          <p:cNvPr id="304" name="Google Shape;304;p2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2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06" name="Google Shape;306;p2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4" name="Shape 314"/>
        <p:cNvGrpSpPr/>
        <p:nvPr/>
      </p:nvGrpSpPr>
      <p:grpSpPr>
        <a:xfrm>
          <a:off x="0" y="0"/>
          <a:ext cx="0" cy="0"/>
          <a:chOff x="0" y="0"/>
          <a:chExt cx="0" cy="0"/>
        </a:xfrm>
      </p:grpSpPr>
      <p:sp>
        <p:nvSpPr>
          <p:cNvPr id="315" name="Google Shape;315;p26: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26: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17" name="Google Shape;317;p26: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3" name="Shape 323"/>
        <p:cNvGrpSpPr/>
        <p:nvPr/>
      </p:nvGrpSpPr>
      <p:grpSpPr>
        <a:xfrm>
          <a:off x="0" y="0"/>
          <a:ext cx="0" cy="0"/>
          <a:chOff x="0" y="0"/>
          <a:chExt cx="0" cy="0"/>
        </a:xfrm>
      </p:grpSpPr>
      <p:sp>
        <p:nvSpPr>
          <p:cNvPr id="324" name="Google Shape;324;p2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5" name="Google Shape;325;p2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t/>
            </a:r>
            <a:endParaRPr/>
          </a:p>
        </p:txBody>
      </p:sp>
      <p:sp>
        <p:nvSpPr>
          <p:cNvPr id="326" name="Google Shape;326;p27: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2" name="Shape 332"/>
        <p:cNvGrpSpPr/>
        <p:nvPr/>
      </p:nvGrpSpPr>
      <p:grpSpPr>
        <a:xfrm>
          <a:off x="0" y="0"/>
          <a:ext cx="0" cy="0"/>
          <a:chOff x="0" y="0"/>
          <a:chExt cx="0" cy="0"/>
        </a:xfrm>
      </p:grpSpPr>
      <p:sp>
        <p:nvSpPr>
          <p:cNvPr id="333" name="Google Shape;333;p2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4" name="Google Shape;334;p2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Los </a:t>
            </a:r>
            <a:r>
              <a:rPr b="1" i="0" lang="en-US" sz="1200">
                <a:solidFill>
                  <a:schemeClr val="dk1"/>
                </a:solidFill>
                <a:latin typeface="Calibri"/>
                <a:ea typeface="Calibri"/>
                <a:cs typeface="Calibri"/>
                <a:sym typeface="Calibri"/>
              </a:rPr>
              <a:t>rayos catódicos</a:t>
            </a:r>
            <a:r>
              <a:rPr b="0" i="0" lang="en-US" sz="1200">
                <a:solidFill>
                  <a:schemeClr val="dk1"/>
                </a:solidFill>
                <a:latin typeface="Calibri"/>
                <a:ea typeface="Calibri"/>
                <a:cs typeface="Calibri"/>
                <a:sym typeface="Calibri"/>
              </a:rPr>
              <a:t> son corrientes de electrones observados en tubos de vacío, es decir los tubos de cristal que se equipan por lo menos con dos electrodos, un </a:t>
            </a:r>
            <a:r>
              <a:rPr b="0" i="0" lang="en-US" sz="1200" u="sng" strike="noStrike">
                <a:solidFill>
                  <a:schemeClr val="dk1"/>
                </a:solidFill>
                <a:latin typeface="Calibri"/>
                <a:ea typeface="Calibri"/>
                <a:cs typeface="Calibri"/>
                <a:sym typeface="Calibri"/>
                <a:hlinkClick r:id="rId2"/>
              </a:rPr>
              <a:t>cátodo</a:t>
            </a:r>
            <a:r>
              <a:rPr b="0" i="0" lang="en-US" sz="1200">
                <a:solidFill>
                  <a:schemeClr val="dk1"/>
                </a:solidFill>
                <a:latin typeface="Calibri"/>
                <a:ea typeface="Calibri"/>
                <a:cs typeface="Calibri"/>
                <a:sym typeface="Calibri"/>
              </a:rPr>
              <a:t> (electrodo negativo) y un </a:t>
            </a:r>
            <a:r>
              <a:rPr b="0" i="0" lang="en-US" sz="1200" u="sng" strike="noStrike">
                <a:solidFill>
                  <a:schemeClr val="dk1"/>
                </a:solidFill>
                <a:latin typeface="Calibri"/>
                <a:ea typeface="Calibri"/>
                <a:cs typeface="Calibri"/>
                <a:sym typeface="Calibri"/>
                <a:hlinkClick r:id="rId3"/>
              </a:rPr>
              <a:t>ánodo</a:t>
            </a:r>
            <a:r>
              <a:rPr b="0" i="0" lang="en-US" sz="1200">
                <a:solidFill>
                  <a:schemeClr val="dk1"/>
                </a:solidFill>
                <a:latin typeface="Calibri"/>
                <a:ea typeface="Calibri"/>
                <a:cs typeface="Calibri"/>
                <a:sym typeface="Calibri"/>
              </a:rPr>
              <a:t> (electrodo positivo) en una configuración conocida como </a:t>
            </a:r>
            <a:r>
              <a:rPr b="0" i="0" lang="en-US" sz="1200" u="sng" strike="noStrike">
                <a:solidFill>
                  <a:schemeClr val="dk1"/>
                </a:solidFill>
                <a:latin typeface="Calibri"/>
                <a:ea typeface="Calibri"/>
                <a:cs typeface="Calibri"/>
                <a:sym typeface="Calibri"/>
                <a:hlinkClick r:id="rId4"/>
              </a:rPr>
              <a:t>diodo</a:t>
            </a:r>
            <a:r>
              <a:rPr b="0" i="0" lang="en-US" sz="1200">
                <a:solidFill>
                  <a:schemeClr val="dk1"/>
                </a:solidFill>
                <a:latin typeface="Calibri"/>
                <a:ea typeface="Calibri"/>
                <a:cs typeface="Calibri"/>
                <a:sym typeface="Calibri"/>
              </a:rPr>
              <a:t>. Cuando se calienta el cátodo, emite una cierta radiación que viaja hacia el ánodo. Si las paredes internas de vidrio detrás del ánodo están cubiertas con un material </a:t>
            </a:r>
            <a:r>
              <a:rPr b="0" i="0" lang="en-US" sz="1200" u="sng" strike="noStrike">
                <a:solidFill>
                  <a:schemeClr val="dk1"/>
                </a:solidFill>
                <a:latin typeface="Calibri"/>
                <a:ea typeface="Calibri"/>
                <a:cs typeface="Calibri"/>
                <a:sym typeface="Calibri"/>
                <a:hlinkClick r:id="rId5"/>
              </a:rPr>
              <a:t>fluorescente</a:t>
            </a:r>
            <a:r>
              <a:rPr b="0" i="0" lang="en-US" sz="1200">
                <a:solidFill>
                  <a:schemeClr val="dk1"/>
                </a:solidFill>
                <a:latin typeface="Calibri"/>
                <a:ea typeface="Calibri"/>
                <a:cs typeface="Calibri"/>
                <a:sym typeface="Calibri"/>
              </a:rPr>
              <a:t>, brillan intensamente. Una capa de metal colocada entre los electrodos proyecta una sombra en la capa fluorescente. Esto significa que la causa de la emisión de luz son los rayos emitidos por el cátodo al golpear la capa fluorescente. Los rayos viajan hacia el ánodo en línea recta, y continúan más allá de él durante una cierta distancia. </a:t>
            </a:r>
            <a:endParaRPr/>
          </a:p>
        </p:txBody>
      </p:sp>
      <p:sp>
        <p:nvSpPr>
          <p:cNvPr id="335" name="Google Shape;335;p2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0" name="Shape 340"/>
        <p:cNvGrpSpPr/>
        <p:nvPr/>
      </p:nvGrpSpPr>
      <p:grpSpPr>
        <a:xfrm>
          <a:off x="0" y="0"/>
          <a:ext cx="0" cy="0"/>
          <a:chOff x="0" y="0"/>
          <a:chExt cx="0" cy="0"/>
        </a:xfrm>
      </p:grpSpPr>
      <p:sp>
        <p:nvSpPr>
          <p:cNvPr id="341" name="Google Shape;341;p33: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33: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Los </a:t>
            </a:r>
            <a:r>
              <a:rPr b="1" i="0" lang="en-US" sz="1200">
                <a:solidFill>
                  <a:schemeClr val="dk1"/>
                </a:solidFill>
                <a:latin typeface="Calibri"/>
                <a:ea typeface="Calibri"/>
                <a:cs typeface="Calibri"/>
                <a:sym typeface="Calibri"/>
              </a:rPr>
              <a:t>rayos catódicos</a:t>
            </a:r>
            <a:r>
              <a:rPr b="0" i="0" lang="en-US" sz="1200">
                <a:solidFill>
                  <a:schemeClr val="dk1"/>
                </a:solidFill>
                <a:latin typeface="Calibri"/>
                <a:ea typeface="Calibri"/>
                <a:cs typeface="Calibri"/>
                <a:sym typeface="Calibri"/>
              </a:rPr>
              <a:t> son corrientes de electrones observados en tubos de vacío, es decir los tubos de cristal que se equipan por lo menos con dos electrodos, un </a:t>
            </a:r>
            <a:r>
              <a:rPr b="0" i="0" lang="en-US" sz="1200" u="sng" strike="noStrike">
                <a:solidFill>
                  <a:schemeClr val="dk1"/>
                </a:solidFill>
                <a:latin typeface="Calibri"/>
                <a:ea typeface="Calibri"/>
                <a:cs typeface="Calibri"/>
                <a:sym typeface="Calibri"/>
                <a:hlinkClick r:id="rId2"/>
              </a:rPr>
              <a:t>cátodo</a:t>
            </a:r>
            <a:r>
              <a:rPr b="0" i="0" lang="en-US" sz="1200">
                <a:solidFill>
                  <a:schemeClr val="dk1"/>
                </a:solidFill>
                <a:latin typeface="Calibri"/>
                <a:ea typeface="Calibri"/>
                <a:cs typeface="Calibri"/>
                <a:sym typeface="Calibri"/>
              </a:rPr>
              <a:t> (electrodo negativo) y un </a:t>
            </a:r>
            <a:r>
              <a:rPr b="0" i="0" lang="en-US" sz="1200" u="sng" strike="noStrike">
                <a:solidFill>
                  <a:schemeClr val="dk1"/>
                </a:solidFill>
                <a:latin typeface="Calibri"/>
                <a:ea typeface="Calibri"/>
                <a:cs typeface="Calibri"/>
                <a:sym typeface="Calibri"/>
                <a:hlinkClick r:id="rId3"/>
              </a:rPr>
              <a:t>ánodo</a:t>
            </a:r>
            <a:r>
              <a:rPr b="0" i="0" lang="en-US" sz="1200">
                <a:solidFill>
                  <a:schemeClr val="dk1"/>
                </a:solidFill>
                <a:latin typeface="Calibri"/>
                <a:ea typeface="Calibri"/>
                <a:cs typeface="Calibri"/>
                <a:sym typeface="Calibri"/>
              </a:rPr>
              <a:t> (electrodo positivo) en una configuración conocida como </a:t>
            </a:r>
            <a:r>
              <a:rPr b="0" i="0" lang="en-US" sz="1200" u="sng" strike="noStrike">
                <a:solidFill>
                  <a:schemeClr val="dk1"/>
                </a:solidFill>
                <a:latin typeface="Calibri"/>
                <a:ea typeface="Calibri"/>
                <a:cs typeface="Calibri"/>
                <a:sym typeface="Calibri"/>
                <a:hlinkClick r:id="rId4"/>
              </a:rPr>
              <a:t>diodo</a:t>
            </a:r>
            <a:r>
              <a:rPr b="0" i="0" lang="en-US" sz="1200">
                <a:solidFill>
                  <a:schemeClr val="dk1"/>
                </a:solidFill>
                <a:latin typeface="Calibri"/>
                <a:ea typeface="Calibri"/>
                <a:cs typeface="Calibri"/>
                <a:sym typeface="Calibri"/>
              </a:rPr>
              <a:t>. Cuando se calienta el cátodo, emite una cierta radiación que viaja hacia el ánodo. Si las paredes internas de vidrio detrás del ánodo están cubiertas con un material </a:t>
            </a:r>
            <a:r>
              <a:rPr b="0" i="0" lang="en-US" sz="1200" u="sng" strike="noStrike">
                <a:solidFill>
                  <a:schemeClr val="dk1"/>
                </a:solidFill>
                <a:latin typeface="Calibri"/>
                <a:ea typeface="Calibri"/>
                <a:cs typeface="Calibri"/>
                <a:sym typeface="Calibri"/>
                <a:hlinkClick r:id="rId5"/>
              </a:rPr>
              <a:t>fluorescente</a:t>
            </a:r>
            <a:r>
              <a:rPr b="0" i="0" lang="en-US" sz="1200">
                <a:solidFill>
                  <a:schemeClr val="dk1"/>
                </a:solidFill>
                <a:latin typeface="Calibri"/>
                <a:ea typeface="Calibri"/>
                <a:cs typeface="Calibri"/>
                <a:sym typeface="Calibri"/>
              </a:rPr>
              <a:t>, brillan intensamente. Una capa de metal colocada entre los electrodos proyecta una sombra en la capa fluorescente. Esto significa que la causa de la emisión de luz son los rayos emitidos por el cátodo al golpear la capa fluorescente. Los rayos viajan hacia el ánodo en línea recta, y continúan más allá de él durante una cierta distancia. </a:t>
            </a:r>
            <a:endParaRPr/>
          </a:p>
        </p:txBody>
      </p:sp>
      <p:sp>
        <p:nvSpPr>
          <p:cNvPr id="343" name="Google Shape;343;p33: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8" name="Shape 348"/>
        <p:cNvGrpSpPr/>
        <p:nvPr/>
      </p:nvGrpSpPr>
      <p:grpSpPr>
        <a:xfrm>
          <a:off x="0" y="0"/>
          <a:ext cx="0" cy="0"/>
          <a:chOff x="0" y="0"/>
          <a:chExt cx="0" cy="0"/>
        </a:xfrm>
      </p:grpSpPr>
      <p:sp>
        <p:nvSpPr>
          <p:cNvPr id="349" name="Google Shape;349;p35: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0" name="Google Shape;350;p35: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Los </a:t>
            </a:r>
            <a:r>
              <a:rPr b="1" i="0" lang="en-US" sz="1200">
                <a:solidFill>
                  <a:schemeClr val="dk1"/>
                </a:solidFill>
                <a:latin typeface="Calibri"/>
                <a:ea typeface="Calibri"/>
                <a:cs typeface="Calibri"/>
                <a:sym typeface="Calibri"/>
              </a:rPr>
              <a:t>rayos catódicos</a:t>
            </a:r>
            <a:r>
              <a:rPr b="0" i="0" lang="en-US" sz="1200">
                <a:solidFill>
                  <a:schemeClr val="dk1"/>
                </a:solidFill>
                <a:latin typeface="Calibri"/>
                <a:ea typeface="Calibri"/>
                <a:cs typeface="Calibri"/>
                <a:sym typeface="Calibri"/>
              </a:rPr>
              <a:t> son corrientes de electrones observados en tubos de vacío, es decir los tubos de cristal que se equipan por lo menos con dos electrodos, un </a:t>
            </a:r>
            <a:r>
              <a:rPr b="0" i="0" lang="en-US" sz="1200" u="sng" strike="noStrike">
                <a:solidFill>
                  <a:schemeClr val="dk1"/>
                </a:solidFill>
                <a:latin typeface="Calibri"/>
                <a:ea typeface="Calibri"/>
                <a:cs typeface="Calibri"/>
                <a:sym typeface="Calibri"/>
                <a:hlinkClick r:id="rId2"/>
              </a:rPr>
              <a:t>cátodo</a:t>
            </a:r>
            <a:r>
              <a:rPr b="0" i="0" lang="en-US" sz="1200">
                <a:solidFill>
                  <a:schemeClr val="dk1"/>
                </a:solidFill>
                <a:latin typeface="Calibri"/>
                <a:ea typeface="Calibri"/>
                <a:cs typeface="Calibri"/>
                <a:sym typeface="Calibri"/>
              </a:rPr>
              <a:t> (electrodo negativo) y un </a:t>
            </a:r>
            <a:r>
              <a:rPr b="0" i="0" lang="en-US" sz="1200" u="sng" strike="noStrike">
                <a:solidFill>
                  <a:schemeClr val="dk1"/>
                </a:solidFill>
                <a:latin typeface="Calibri"/>
                <a:ea typeface="Calibri"/>
                <a:cs typeface="Calibri"/>
                <a:sym typeface="Calibri"/>
                <a:hlinkClick r:id="rId3"/>
              </a:rPr>
              <a:t>ánodo</a:t>
            </a:r>
            <a:r>
              <a:rPr b="0" i="0" lang="en-US" sz="1200">
                <a:solidFill>
                  <a:schemeClr val="dk1"/>
                </a:solidFill>
                <a:latin typeface="Calibri"/>
                <a:ea typeface="Calibri"/>
                <a:cs typeface="Calibri"/>
                <a:sym typeface="Calibri"/>
              </a:rPr>
              <a:t> (electrodo positivo) en una configuración conocida como </a:t>
            </a:r>
            <a:r>
              <a:rPr b="0" i="0" lang="en-US" sz="1200" u="sng" strike="noStrike">
                <a:solidFill>
                  <a:schemeClr val="dk1"/>
                </a:solidFill>
                <a:latin typeface="Calibri"/>
                <a:ea typeface="Calibri"/>
                <a:cs typeface="Calibri"/>
                <a:sym typeface="Calibri"/>
                <a:hlinkClick r:id="rId4"/>
              </a:rPr>
              <a:t>diodo</a:t>
            </a:r>
            <a:r>
              <a:rPr b="0" i="0" lang="en-US" sz="1200">
                <a:solidFill>
                  <a:schemeClr val="dk1"/>
                </a:solidFill>
                <a:latin typeface="Calibri"/>
                <a:ea typeface="Calibri"/>
                <a:cs typeface="Calibri"/>
                <a:sym typeface="Calibri"/>
              </a:rPr>
              <a:t>. Cuando se calienta el cátodo, emite una cierta radiación que viaja hacia el ánodo. Si las paredes internas de vidrio detrás del ánodo están cubiertas con un material </a:t>
            </a:r>
            <a:r>
              <a:rPr b="0" i="0" lang="en-US" sz="1200" u="sng" strike="noStrike">
                <a:solidFill>
                  <a:schemeClr val="dk1"/>
                </a:solidFill>
                <a:latin typeface="Calibri"/>
                <a:ea typeface="Calibri"/>
                <a:cs typeface="Calibri"/>
                <a:sym typeface="Calibri"/>
                <a:hlinkClick r:id="rId5"/>
              </a:rPr>
              <a:t>fluorescente</a:t>
            </a:r>
            <a:r>
              <a:rPr b="0" i="0" lang="en-US" sz="1200">
                <a:solidFill>
                  <a:schemeClr val="dk1"/>
                </a:solidFill>
                <a:latin typeface="Calibri"/>
                <a:ea typeface="Calibri"/>
                <a:cs typeface="Calibri"/>
                <a:sym typeface="Calibri"/>
              </a:rPr>
              <a:t>, brillan intensamente. Una capa de metal colocada entre los electrodos proyecta una sombra en la capa fluorescente. Esto significa que la causa de la emisión de luz son los rayos emitidos por el cátodo al golpear la capa fluorescente. Los rayos viajan hacia el ánodo en línea recta, y continúan más allá de él durante una cierta distancia. </a:t>
            </a:r>
            <a:endParaRPr/>
          </a:p>
        </p:txBody>
      </p:sp>
      <p:sp>
        <p:nvSpPr>
          <p:cNvPr id="351" name="Google Shape;351;p35: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6" name="Shape 356"/>
        <p:cNvGrpSpPr/>
        <p:nvPr/>
      </p:nvGrpSpPr>
      <p:grpSpPr>
        <a:xfrm>
          <a:off x="0" y="0"/>
          <a:ext cx="0" cy="0"/>
          <a:chOff x="0" y="0"/>
          <a:chExt cx="0" cy="0"/>
        </a:xfrm>
      </p:grpSpPr>
      <p:sp>
        <p:nvSpPr>
          <p:cNvPr id="357" name="Google Shape;357;p37: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8" name="Google Shape;358;p37: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Los </a:t>
            </a:r>
            <a:r>
              <a:rPr b="1" i="0" lang="en-US" sz="1200">
                <a:solidFill>
                  <a:schemeClr val="dk1"/>
                </a:solidFill>
                <a:latin typeface="Calibri"/>
                <a:ea typeface="Calibri"/>
                <a:cs typeface="Calibri"/>
                <a:sym typeface="Calibri"/>
              </a:rPr>
              <a:t>rayos catódicos</a:t>
            </a:r>
            <a:r>
              <a:rPr b="0" i="0" lang="en-US" sz="1200">
                <a:solidFill>
                  <a:schemeClr val="dk1"/>
                </a:solidFill>
                <a:latin typeface="Calibri"/>
                <a:ea typeface="Calibri"/>
                <a:cs typeface="Calibri"/>
                <a:sym typeface="Calibri"/>
              </a:rPr>
              <a:t> son corrientes de electrones observados en tubos de vacío, es decir los tubos de cristal que se equipan por lo menos con dos electrodos, un </a:t>
            </a:r>
            <a:r>
              <a:rPr b="0" i="0" lang="en-US" sz="1200" u="sng" strike="noStrike">
                <a:solidFill>
                  <a:schemeClr val="dk1"/>
                </a:solidFill>
                <a:latin typeface="Calibri"/>
                <a:ea typeface="Calibri"/>
                <a:cs typeface="Calibri"/>
                <a:sym typeface="Calibri"/>
                <a:hlinkClick r:id="rId2"/>
              </a:rPr>
              <a:t>cátodo</a:t>
            </a:r>
            <a:r>
              <a:rPr b="0" i="0" lang="en-US" sz="1200">
                <a:solidFill>
                  <a:schemeClr val="dk1"/>
                </a:solidFill>
                <a:latin typeface="Calibri"/>
                <a:ea typeface="Calibri"/>
                <a:cs typeface="Calibri"/>
                <a:sym typeface="Calibri"/>
              </a:rPr>
              <a:t> (electrodo negativo) y un </a:t>
            </a:r>
            <a:r>
              <a:rPr b="0" i="0" lang="en-US" sz="1200" u="sng" strike="noStrike">
                <a:solidFill>
                  <a:schemeClr val="dk1"/>
                </a:solidFill>
                <a:latin typeface="Calibri"/>
                <a:ea typeface="Calibri"/>
                <a:cs typeface="Calibri"/>
                <a:sym typeface="Calibri"/>
                <a:hlinkClick r:id="rId3"/>
              </a:rPr>
              <a:t>ánodo</a:t>
            </a:r>
            <a:r>
              <a:rPr b="0" i="0" lang="en-US" sz="1200">
                <a:solidFill>
                  <a:schemeClr val="dk1"/>
                </a:solidFill>
                <a:latin typeface="Calibri"/>
                <a:ea typeface="Calibri"/>
                <a:cs typeface="Calibri"/>
                <a:sym typeface="Calibri"/>
              </a:rPr>
              <a:t> (electrodo positivo) en una configuración conocida como </a:t>
            </a:r>
            <a:r>
              <a:rPr b="0" i="0" lang="en-US" sz="1200" u="sng" strike="noStrike">
                <a:solidFill>
                  <a:schemeClr val="dk1"/>
                </a:solidFill>
                <a:latin typeface="Calibri"/>
                <a:ea typeface="Calibri"/>
                <a:cs typeface="Calibri"/>
                <a:sym typeface="Calibri"/>
                <a:hlinkClick r:id="rId4"/>
              </a:rPr>
              <a:t>diodo</a:t>
            </a:r>
            <a:r>
              <a:rPr b="0" i="0" lang="en-US" sz="1200">
                <a:solidFill>
                  <a:schemeClr val="dk1"/>
                </a:solidFill>
                <a:latin typeface="Calibri"/>
                <a:ea typeface="Calibri"/>
                <a:cs typeface="Calibri"/>
                <a:sym typeface="Calibri"/>
              </a:rPr>
              <a:t>. Cuando se calienta el cátodo, emite una cierta radiación que viaja hacia el ánodo. Si las paredes internas de vidrio detrás del ánodo están cubiertas con un material </a:t>
            </a:r>
            <a:r>
              <a:rPr b="0" i="0" lang="en-US" sz="1200" u="sng" strike="noStrike">
                <a:solidFill>
                  <a:schemeClr val="dk1"/>
                </a:solidFill>
                <a:latin typeface="Calibri"/>
                <a:ea typeface="Calibri"/>
                <a:cs typeface="Calibri"/>
                <a:sym typeface="Calibri"/>
                <a:hlinkClick r:id="rId5"/>
              </a:rPr>
              <a:t>fluorescente</a:t>
            </a:r>
            <a:r>
              <a:rPr b="0" i="0" lang="en-US" sz="1200">
                <a:solidFill>
                  <a:schemeClr val="dk1"/>
                </a:solidFill>
                <a:latin typeface="Calibri"/>
                <a:ea typeface="Calibri"/>
                <a:cs typeface="Calibri"/>
                <a:sym typeface="Calibri"/>
              </a:rPr>
              <a:t>, brillan intensamente. Una capa de metal colocada entre los electrodos proyecta una sombra en la capa fluorescente. Esto significa que la causa de la emisión de luz son los rayos emitidos por el cátodo al golpear la capa fluorescente. Los rayos viajan hacia el ánodo en línea recta, y continúan más allá de él durante una cierta distancia. </a:t>
            </a:r>
            <a:endParaRPr/>
          </a:p>
        </p:txBody>
      </p:sp>
      <p:sp>
        <p:nvSpPr>
          <p:cNvPr id="359" name="Google Shape;359;p37: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4" name="Shape 364"/>
        <p:cNvGrpSpPr/>
        <p:nvPr/>
      </p:nvGrpSpPr>
      <p:grpSpPr>
        <a:xfrm>
          <a:off x="0" y="0"/>
          <a:ext cx="0" cy="0"/>
          <a:chOff x="0" y="0"/>
          <a:chExt cx="0" cy="0"/>
        </a:xfrm>
      </p:grpSpPr>
      <p:sp>
        <p:nvSpPr>
          <p:cNvPr id="365" name="Google Shape;365;p38: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6" name="Google Shape;366;p38: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Los </a:t>
            </a:r>
            <a:r>
              <a:rPr b="1" i="0" lang="en-US" sz="1200">
                <a:solidFill>
                  <a:schemeClr val="dk1"/>
                </a:solidFill>
                <a:latin typeface="Calibri"/>
                <a:ea typeface="Calibri"/>
                <a:cs typeface="Calibri"/>
                <a:sym typeface="Calibri"/>
              </a:rPr>
              <a:t>rayos catódicos</a:t>
            </a:r>
            <a:r>
              <a:rPr b="0" i="0" lang="en-US" sz="1200">
                <a:solidFill>
                  <a:schemeClr val="dk1"/>
                </a:solidFill>
                <a:latin typeface="Calibri"/>
                <a:ea typeface="Calibri"/>
                <a:cs typeface="Calibri"/>
                <a:sym typeface="Calibri"/>
              </a:rPr>
              <a:t> son corrientes de electrones observados en tubos de vacío, es decir los tubos de cristal que se equipan por lo menos con dos electrodos, un </a:t>
            </a:r>
            <a:r>
              <a:rPr b="0" i="0" lang="en-US" sz="1200" u="sng" strike="noStrike">
                <a:solidFill>
                  <a:schemeClr val="dk1"/>
                </a:solidFill>
                <a:latin typeface="Calibri"/>
                <a:ea typeface="Calibri"/>
                <a:cs typeface="Calibri"/>
                <a:sym typeface="Calibri"/>
                <a:hlinkClick r:id="rId2"/>
              </a:rPr>
              <a:t>cátodo</a:t>
            </a:r>
            <a:r>
              <a:rPr b="0" i="0" lang="en-US" sz="1200">
                <a:solidFill>
                  <a:schemeClr val="dk1"/>
                </a:solidFill>
                <a:latin typeface="Calibri"/>
                <a:ea typeface="Calibri"/>
                <a:cs typeface="Calibri"/>
                <a:sym typeface="Calibri"/>
              </a:rPr>
              <a:t> (electrodo negativo) y un </a:t>
            </a:r>
            <a:r>
              <a:rPr b="0" i="0" lang="en-US" sz="1200" u="sng" strike="noStrike">
                <a:solidFill>
                  <a:schemeClr val="dk1"/>
                </a:solidFill>
                <a:latin typeface="Calibri"/>
                <a:ea typeface="Calibri"/>
                <a:cs typeface="Calibri"/>
                <a:sym typeface="Calibri"/>
                <a:hlinkClick r:id="rId3"/>
              </a:rPr>
              <a:t>ánodo</a:t>
            </a:r>
            <a:r>
              <a:rPr b="0" i="0" lang="en-US" sz="1200">
                <a:solidFill>
                  <a:schemeClr val="dk1"/>
                </a:solidFill>
                <a:latin typeface="Calibri"/>
                <a:ea typeface="Calibri"/>
                <a:cs typeface="Calibri"/>
                <a:sym typeface="Calibri"/>
              </a:rPr>
              <a:t> (electrodo positivo) en una configuración conocida como </a:t>
            </a:r>
            <a:r>
              <a:rPr b="0" i="0" lang="en-US" sz="1200" u="sng" strike="noStrike">
                <a:solidFill>
                  <a:schemeClr val="dk1"/>
                </a:solidFill>
                <a:latin typeface="Calibri"/>
                <a:ea typeface="Calibri"/>
                <a:cs typeface="Calibri"/>
                <a:sym typeface="Calibri"/>
                <a:hlinkClick r:id="rId4"/>
              </a:rPr>
              <a:t>diodo</a:t>
            </a:r>
            <a:r>
              <a:rPr b="0" i="0" lang="en-US" sz="1200">
                <a:solidFill>
                  <a:schemeClr val="dk1"/>
                </a:solidFill>
                <a:latin typeface="Calibri"/>
                <a:ea typeface="Calibri"/>
                <a:cs typeface="Calibri"/>
                <a:sym typeface="Calibri"/>
              </a:rPr>
              <a:t>. Cuando se calienta el cátodo, emite una cierta radiación que viaja hacia el ánodo. Si las paredes internas de vidrio detrás del ánodo están cubiertas con un material </a:t>
            </a:r>
            <a:r>
              <a:rPr b="0" i="0" lang="en-US" sz="1200" u="sng" strike="noStrike">
                <a:solidFill>
                  <a:schemeClr val="dk1"/>
                </a:solidFill>
                <a:latin typeface="Calibri"/>
                <a:ea typeface="Calibri"/>
                <a:cs typeface="Calibri"/>
                <a:sym typeface="Calibri"/>
                <a:hlinkClick r:id="rId5"/>
              </a:rPr>
              <a:t>fluorescente</a:t>
            </a:r>
            <a:r>
              <a:rPr b="0" i="0" lang="en-US" sz="1200">
                <a:solidFill>
                  <a:schemeClr val="dk1"/>
                </a:solidFill>
                <a:latin typeface="Calibri"/>
                <a:ea typeface="Calibri"/>
                <a:cs typeface="Calibri"/>
                <a:sym typeface="Calibri"/>
              </a:rPr>
              <a:t>, brillan intensamente. Una capa de metal colocada entre los electrodos proyecta una sombra en la capa fluorescente. Esto significa que la causa de la emisión de luz son los rayos emitidos por el cátodo al golpear la capa fluorescente. Los rayos viajan hacia el ánodo en línea recta, y continúan más allá de él durante una cierta distancia. </a:t>
            </a:r>
            <a:endParaRPr/>
          </a:p>
        </p:txBody>
      </p:sp>
      <p:sp>
        <p:nvSpPr>
          <p:cNvPr id="367" name="Google Shape;367;p38: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3" name="Shape 373"/>
        <p:cNvGrpSpPr/>
        <p:nvPr/>
      </p:nvGrpSpPr>
      <p:grpSpPr>
        <a:xfrm>
          <a:off x="0" y="0"/>
          <a:ext cx="0" cy="0"/>
          <a:chOff x="0" y="0"/>
          <a:chExt cx="0" cy="0"/>
        </a:xfrm>
      </p:grpSpPr>
      <p:sp>
        <p:nvSpPr>
          <p:cNvPr id="374" name="Google Shape;374;p39: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5" name="Google Shape;375;p39: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Los </a:t>
            </a:r>
            <a:r>
              <a:rPr b="1" i="0" lang="en-US" sz="1200">
                <a:solidFill>
                  <a:schemeClr val="dk1"/>
                </a:solidFill>
                <a:latin typeface="Calibri"/>
                <a:ea typeface="Calibri"/>
                <a:cs typeface="Calibri"/>
                <a:sym typeface="Calibri"/>
              </a:rPr>
              <a:t>rayos catódicos</a:t>
            </a:r>
            <a:r>
              <a:rPr b="0" i="0" lang="en-US" sz="1200">
                <a:solidFill>
                  <a:schemeClr val="dk1"/>
                </a:solidFill>
                <a:latin typeface="Calibri"/>
                <a:ea typeface="Calibri"/>
                <a:cs typeface="Calibri"/>
                <a:sym typeface="Calibri"/>
              </a:rPr>
              <a:t> son corrientes de electrones observados en tubos de vacío, es decir los tubos de cristal que se equipan por lo menos con dos electrodos, un </a:t>
            </a:r>
            <a:r>
              <a:rPr b="0" i="0" lang="en-US" sz="1200" u="sng" strike="noStrike">
                <a:solidFill>
                  <a:schemeClr val="dk1"/>
                </a:solidFill>
                <a:latin typeface="Calibri"/>
                <a:ea typeface="Calibri"/>
                <a:cs typeface="Calibri"/>
                <a:sym typeface="Calibri"/>
                <a:hlinkClick r:id="rId2"/>
              </a:rPr>
              <a:t>cátodo</a:t>
            </a:r>
            <a:r>
              <a:rPr b="0" i="0" lang="en-US" sz="1200">
                <a:solidFill>
                  <a:schemeClr val="dk1"/>
                </a:solidFill>
                <a:latin typeface="Calibri"/>
                <a:ea typeface="Calibri"/>
                <a:cs typeface="Calibri"/>
                <a:sym typeface="Calibri"/>
              </a:rPr>
              <a:t> (electrodo negativo) y un </a:t>
            </a:r>
            <a:r>
              <a:rPr b="0" i="0" lang="en-US" sz="1200" u="sng" strike="noStrike">
                <a:solidFill>
                  <a:schemeClr val="dk1"/>
                </a:solidFill>
                <a:latin typeface="Calibri"/>
                <a:ea typeface="Calibri"/>
                <a:cs typeface="Calibri"/>
                <a:sym typeface="Calibri"/>
                <a:hlinkClick r:id="rId3"/>
              </a:rPr>
              <a:t>ánodo</a:t>
            </a:r>
            <a:r>
              <a:rPr b="0" i="0" lang="en-US" sz="1200">
                <a:solidFill>
                  <a:schemeClr val="dk1"/>
                </a:solidFill>
                <a:latin typeface="Calibri"/>
                <a:ea typeface="Calibri"/>
                <a:cs typeface="Calibri"/>
                <a:sym typeface="Calibri"/>
              </a:rPr>
              <a:t> (electrodo positivo) en una configuración conocida como </a:t>
            </a:r>
            <a:r>
              <a:rPr b="0" i="0" lang="en-US" sz="1200" u="sng" strike="noStrike">
                <a:solidFill>
                  <a:schemeClr val="dk1"/>
                </a:solidFill>
                <a:latin typeface="Calibri"/>
                <a:ea typeface="Calibri"/>
                <a:cs typeface="Calibri"/>
                <a:sym typeface="Calibri"/>
                <a:hlinkClick r:id="rId4"/>
              </a:rPr>
              <a:t>diodo</a:t>
            </a:r>
            <a:r>
              <a:rPr b="0" i="0" lang="en-US" sz="1200">
                <a:solidFill>
                  <a:schemeClr val="dk1"/>
                </a:solidFill>
                <a:latin typeface="Calibri"/>
                <a:ea typeface="Calibri"/>
                <a:cs typeface="Calibri"/>
                <a:sym typeface="Calibri"/>
              </a:rPr>
              <a:t>. Cuando se calienta el cátodo, emite una cierta radiación que viaja hacia el ánodo. Si las paredes internas de vidrio detrás del ánodo están cubiertas con un material </a:t>
            </a:r>
            <a:r>
              <a:rPr b="0" i="0" lang="en-US" sz="1200" u="sng" strike="noStrike">
                <a:solidFill>
                  <a:schemeClr val="dk1"/>
                </a:solidFill>
                <a:latin typeface="Calibri"/>
                <a:ea typeface="Calibri"/>
                <a:cs typeface="Calibri"/>
                <a:sym typeface="Calibri"/>
                <a:hlinkClick r:id="rId5"/>
              </a:rPr>
              <a:t>fluorescente</a:t>
            </a:r>
            <a:r>
              <a:rPr b="0" i="0" lang="en-US" sz="1200">
                <a:solidFill>
                  <a:schemeClr val="dk1"/>
                </a:solidFill>
                <a:latin typeface="Calibri"/>
                <a:ea typeface="Calibri"/>
                <a:cs typeface="Calibri"/>
                <a:sym typeface="Calibri"/>
              </a:rPr>
              <a:t>, brillan intensamente. Una capa de metal colocada entre los electrodos proyecta una sombra en la capa fluorescente. Esto significa que la causa de la emisión de luz son los rayos emitidos por el cátodo al golpear la capa fluorescente. Los rayos viajan hacia el ánodo en línea recta, y continúan más allá de él durante una cierta distancia. </a:t>
            </a:r>
            <a:endParaRPr/>
          </a:p>
        </p:txBody>
      </p:sp>
      <p:sp>
        <p:nvSpPr>
          <p:cNvPr id="376" name="Google Shape;376;p39: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2" name="Shape 382"/>
        <p:cNvGrpSpPr/>
        <p:nvPr/>
      </p:nvGrpSpPr>
      <p:grpSpPr>
        <a:xfrm>
          <a:off x="0" y="0"/>
          <a:ext cx="0" cy="0"/>
          <a:chOff x="0" y="0"/>
          <a:chExt cx="0" cy="0"/>
        </a:xfrm>
      </p:grpSpPr>
      <p:sp>
        <p:nvSpPr>
          <p:cNvPr id="383" name="Google Shape;383;p40: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40: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Los </a:t>
            </a:r>
            <a:r>
              <a:rPr b="1" i="0" lang="en-US" sz="1200">
                <a:solidFill>
                  <a:schemeClr val="dk1"/>
                </a:solidFill>
                <a:latin typeface="Calibri"/>
                <a:ea typeface="Calibri"/>
                <a:cs typeface="Calibri"/>
                <a:sym typeface="Calibri"/>
              </a:rPr>
              <a:t>rayos catódicos</a:t>
            </a:r>
            <a:r>
              <a:rPr b="0" i="0" lang="en-US" sz="1200">
                <a:solidFill>
                  <a:schemeClr val="dk1"/>
                </a:solidFill>
                <a:latin typeface="Calibri"/>
                <a:ea typeface="Calibri"/>
                <a:cs typeface="Calibri"/>
                <a:sym typeface="Calibri"/>
              </a:rPr>
              <a:t> son corrientes de electrones observados en tubos de vacío, es decir los tubos de cristal que se equipan por lo menos con dos electrodos, un </a:t>
            </a:r>
            <a:r>
              <a:rPr b="0" i="0" lang="en-US" sz="1200" u="sng" strike="noStrike">
                <a:solidFill>
                  <a:schemeClr val="dk1"/>
                </a:solidFill>
                <a:latin typeface="Calibri"/>
                <a:ea typeface="Calibri"/>
                <a:cs typeface="Calibri"/>
                <a:sym typeface="Calibri"/>
                <a:hlinkClick r:id="rId2"/>
              </a:rPr>
              <a:t>cátodo</a:t>
            </a:r>
            <a:r>
              <a:rPr b="0" i="0" lang="en-US" sz="1200">
                <a:solidFill>
                  <a:schemeClr val="dk1"/>
                </a:solidFill>
                <a:latin typeface="Calibri"/>
                <a:ea typeface="Calibri"/>
                <a:cs typeface="Calibri"/>
                <a:sym typeface="Calibri"/>
              </a:rPr>
              <a:t> (electrodo negativo) y un </a:t>
            </a:r>
            <a:r>
              <a:rPr b="0" i="0" lang="en-US" sz="1200" u="sng" strike="noStrike">
                <a:solidFill>
                  <a:schemeClr val="dk1"/>
                </a:solidFill>
                <a:latin typeface="Calibri"/>
                <a:ea typeface="Calibri"/>
                <a:cs typeface="Calibri"/>
                <a:sym typeface="Calibri"/>
                <a:hlinkClick r:id="rId3"/>
              </a:rPr>
              <a:t>ánodo</a:t>
            </a:r>
            <a:r>
              <a:rPr b="0" i="0" lang="en-US" sz="1200">
                <a:solidFill>
                  <a:schemeClr val="dk1"/>
                </a:solidFill>
                <a:latin typeface="Calibri"/>
                <a:ea typeface="Calibri"/>
                <a:cs typeface="Calibri"/>
                <a:sym typeface="Calibri"/>
              </a:rPr>
              <a:t> (electrodo positivo) en una configuración conocida como </a:t>
            </a:r>
            <a:r>
              <a:rPr b="0" i="0" lang="en-US" sz="1200" u="sng" strike="noStrike">
                <a:solidFill>
                  <a:schemeClr val="dk1"/>
                </a:solidFill>
                <a:latin typeface="Calibri"/>
                <a:ea typeface="Calibri"/>
                <a:cs typeface="Calibri"/>
                <a:sym typeface="Calibri"/>
                <a:hlinkClick r:id="rId4"/>
              </a:rPr>
              <a:t>diodo</a:t>
            </a:r>
            <a:r>
              <a:rPr b="0" i="0" lang="en-US" sz="1200">
                <a:solidFill>
                  <a:schemeClr val="dk1"/>
                </a:solidFill>
                <a:latin typeface="Calibri"/>
                <a:ea typeface="Calibri"/>
                <a:cs typeface="Calibri"/>
                <a:sym typeface="Calibri"/>
              </a:rPr>
              <a:t>. Cuando se calienta el cátodo, emite una cierta radiación que viaja hacia el ánodo. Si las paredes internas de vidrio detrás del ánodo están cubiertas con un material </a:t>
            </a:r>
            <a:r>
              <a:rPr b="0" i="0" lang="en-US" sz="1200" u="sng" strike="noStrike">
                <a:solidFill>
                  <a:schemeClr val="dk1"/>
                </a:solidFill>
                <a:latin typeface="Calibri"/>
                <a:ea typeface="Calibri"/>
                <a:cs typeface="Calibri"/>
                <a:sym typeface="Calibri"/>
                <a:hlinkClick r:id="rId5"/>
              </a:rPr>
              <a:t>fluorescente</a:t>
            </a:r>
            <a:r>
              <a:rPr b="0" i="0" lang="en-US" sz="1200">
                <a:solidFill>
                  <a:schemeClr val="dk1"/>
                </a:solidFill>
                <a:latin typeface="Calibri"/>
                <a:ea typeface="Calibri"/>
                <a:cs typeface="Calibri"/>
                <a:sym typeface="Calibri"/>
              </a:rPr>
              <a:t>, brillan intensamente. Una capa de metal colocada entre los electrodos proyecta una sombra en la capa fluorescente. Esto significa que la causa de la emisión de luz son los rayos emitidos por el cátodo al golpear la capa fluorescente. Los rayos viajan hacia el ánodo en línea recta, y continúan más allá de él durante una cierta distancia. </a:t>
            </a:r>
            <a:endParaRPr/>
          </a:p>
        </p:txBody>
      </p:sp>
      <p:sp>
        <p:nvSpPr>
          <p:cNvPr id="385" name="Google Shape;385;p40: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2" name="Shape 392"/>
        <p:cNvGrpSpPr/>
        <p:nvPr/>
      </p:nvGrpSpPr>
      <p:grpSpPr>
        <a:xfrm>
          <a:off x="0" y="0"/>
          <a:ext cx="0" cy="0"/>
          <a:chOff x="0" y="0"/>
          <a:chExt cx="0" cy="0"/>
        </a:xfrm>
      </p:grpSpPr>
      <p:sp>
        <p:nvSpPr>
          <p:cNvPr id="393" name="Google Shape;393;p41:notes"/>
          <p:cNvSpPr/>
          <p:nvPr>
            <p:ph idx="2" type="sldImg"/>
          </p:nvPr>
        </p:nvSpPr>
        <p:spPr>
          <a:xfrm>
            <a:off x="1257300" y="720725"/>
            <a:ext cx="4800600" cy="360045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41:notes"/>
          <p:cNvSpPr txBox="1"/>
          <p:nvPr>
            <p:ph idx="1" type="body"/>
          </p:nvPr>
        </p:nvSpPr>
        <p:spPr>
          <a:xfrm>
            <a:off x="731520" y="4560570"/>
            <a:ext cx="5852160" cy="4320540"/>
          </a:xfrm>
          <a:prstGeom prst="rect">
            <a:avLst/>
          </a:prstGeom>
          <a:noFill/>
          <a:ln>
            <a:noFill/>
          </a:ln>
        </p:spPr>
        <p:txBody>
          <a:bodyPr anchorCtr="0" anchor="t" bIns="48325" lIns="96650" spcFirstLastPara="1" rIns="96650" wrap="square" tIns="48325">
            <a:noAutofit/>
          </a:bodyPr>
          <a:lstStyle/>
          <a:p>
            <a:pPr indent="0" lvl="0" marL="0" rtl="0" algn="l">
              <a:spcBef>
                <a:spcPts val="0"/>
              </a:spcBef>
              <a:spcAft>
                <a:spcPts val="0"/>
              </a:spcAft>
              <a:buNone/>
            </a:pPr>
            <a:r>
              <a:rPr b="0" i="0" lang="en-US" sz="1200">
                <a:solidFill>
                  <a:schemeClr val="dk1"/>
                </a:solidFill>
                <a:latin typeface="Calibri"/>
                <a:ea typeface="Calibri"/>
                <a:cs typeface="Calibri"/>
                <a:sym typeface="Calibri"/>
              </a:rPr>
              <a:t>Los </a:t>
            </a:r>
            <a:r>
              <a:rPr b="1" i="0" lang="en-US" sz="1200">
                <a:solidFill>
                  <a:schemeClr val="dk1"/>
                </a:solidFill>
                <a:latin typeface="Calibri"/>
                <a:ea typeface="Calibri"/>
                <a:cs typeface="Calibri"/>
                <a:sym typeface="Calibri"/>
              </a:rPr>
              <a:t>rayos catódicos</a:t>
            </a:r>
            <a:r>
              <a:rPr b="0" i="0" lang="en-US" sz="1200">
                <a:solidFill>
                  <a:schemeClr val="dk1"/>
                </a:solidFill>
                <a:latin typeface="Calibri"/>
                <a:ea typeface="Calibri"/>
                <a:cs typeface="Calibri"/>
                <a:sym typeface="Calibri"/>
              </a:rPr>
              <a:t> son corrientes de electrones observados en tubos de vacío, es decir los tubos de cristal que se equipan por lo menos con dos electrodos, un </a:t>
            </a:r>
            <a:r>
              <a:rPr b="0" i="0" lang="en-US" sz="1200" u="sng" strike="noStrike">
                <a:solidFill>
                  <a:schemeClr val="dk1"/>
                </a:solidFill>
                <a:latin typeface="Calibri"/>
                <a:ea typeface="Calibri"/>
                <a:cs typeface="Calibri"/>
                <a:sym typeface="Calibri"/>
                <a:hlinkClick r:id="rId2"/>
              </a:rPr>
              <a:t>cátodo</a:t>
            </a:r>
            <a:r>
              <a:rPr b="0" i="0" lang="en-US" sz="1200">
                <a:solidFill>
                  <a:schemeClr val="dk1"/>
                </a:solidFill>
                <a:latin typeface="Calibri"/>
                <a:ea typeface="Calibri"/>
                <a:cs typeface="Calibri"/>
                <a:sym typeface="Calibri"/>
              </a:rPr>
              <a:t> (electrodo negativo) y un </a:t>
            </a:r>
            <a:r>
              <a:rPr b="0" i="0" lang="en-US" sz="1200" u="sng" strike="noStrike">
                <a:solidFill>
                  <a:schemeClr val="dk1"/>
                </a:solidFill>
                <a:latin typeface="Calibri"/>
                <a:ea typeface="Calibri"/>
                <a:cs typeface="Calibri"/>
                <a:sym typeface="Calibri"/>
                <a:hlinkClick r:id="rId3"/>
              </a:rPr>
              <a:t>ánodo</a:t>
            </a:r>
            <a:r>
              <a:rPr b="0" i="0" lang="en-US" sz="1200">
                <a:solidFill>
                  <a:schemeClr val="dk1"/>
                </a:solidFill>
                <a:latin typeface="Calibri"/>
                <a:ea typeface="Calibri"/>
                <a:cs typeface="Calibri"/>
                <a:sym typeface="Calibri"/>
              </a:rPr>
              <a:t> (electrodo positivo) en una configuración conocida como </a:t>
            </a:r>
            <a:r>
              <a:rPr b="0" i="0" lang="en-US" sz="1200" u="sng" strike="noStrike">
                <a:solidFill>
                  <a:schemeClr val="dk1"/>
                </a:solidFill>
                <a:latin typeface="Calibri"/>
                <a:ea typeface="Calibri"/>
                <a:cs typeface="Calibri"/>
                <a:sym typeface="Calibri"/>
                <a:hlinkClick r:id="rId4"/>
              </a:rPr>
              <a:t>diodo</a:t>
            </a:r>
            <a:r>
              <a:rPr b="0" i="0" lang="en-US" sz="1200">
                <a:solidFill>
                  <a:schemeClr val="dk1"/>
                </a:solidFill>
                <a:latin typeface="Calibri"/>
                <a:ea typeface="Calibri"/>
                <a:cs typeface="Calibri"/>
                <a:sym typeface="Calibri"/>
              </a:rPr>
              <a:t>. Cuando se calienta el cátodo, emite una cierta radiación que viaja hacia el ánodo. Si las paredes internas de vidrio detrás del ánodo están cubiertas con un material </a:t>
            </a:r>
            <a:r>
              <a:rPr b="0" i="0" lang="en-US" sz="1200" u="sng" strike="noStrike">
                <a:solidFill>
                  <a:schemeClr val="dk1"/>
                </a:solidFill>
                <a:latin typeface="Calibri"/>
                <a:ea typeface="Calibri"/>
                <a:cs typeface="Calibri"/>
                <a:sym typeface="Calibri"/>
                <a:hlinkClick r:id="rId5"/>
              </a:rPr>
              <a:t>fluorescente</a:t>
            </a:r>
            <a:r>
              <a:rPr b="0" i="0" lang="en-US" sz="1200">
                <a:solidFill>
                  <a:schemeClr val="dk1"/>
                </a:solidFill>
                <a:latin typeface="Calibri"/>
                <a:ea typeface="Calibri"/>
                <a:cs typeface="Calibri"/>
                <a:sym typeface="Calibri"/>
              </a:rPr>
              <a:t>, brillan intensamente. Una capa de metal colocada entre los electrodos proyecta una sombra en la capa fluorescente. Esto significa que la causa de la emisión de luz son los rayos emitidos por el cátodo al golpear la capa fluorescente. Los rayos viajan hacia el ánodo en línea recta, y continúan más allá de él durante una cierta distancia. </a:t>
            </a:r>
            <a:endParaRPr/>
          </a:p>
        </p:txBody>
      </p:sp>
      <p:sp>
        <p:nvSpPr>
          <p:cNvPr id="395" name="Google Shape;395;p41:notes"/>
          <p:cNvSpPr txBox="1"/>
          <p:nvPr>
            <p:ph idx="12" type="sldNum"/>
          </p:nvPr>
        </p:nvSpPr>
        <p:spPr>
          <a:xfrm>
            <a:off x="4143587" y="9119474"/>
            <a:ext cx="3169920" cy="480060"/>
          </a:xfrm>
          <a:prstGeom prst="rect">
            <a:avLst/>
          </a:prstGeom>
          <a:noFill/>
          <a:ln>
            <a:noFill/>
          </a:ln>
        </p:spPr>
        <p:txBody>
          <a:bodyPr anchorCtr="0" anchor="b" bIns="48325" lIns="96650" spcFirstLastPara="1" rIns="96650" wrap="square" tIns="48325">
            <a:noAutofit/>
          </a:bodyPr>
          <a:lstStyle/>
          <a:p>
            <a:pPr indent="0" lvl="0" marL="0" marR="0" rtl="0" algn="r">
              <a:lnSpc>
                <a:spcPct val="100000"/>
              </a:lnSpc>
              <a:spcBef>
                <a:spcPts val="0"/>
              </a:spcBef>
              <a:spcAft>
                <a:spcPts val="0"/>
              </a:spcAft>
              <a:buClr>
                <a:srgbClr val="000000"/>
              </a:buClr>
              <a:buSzPts val="1300"/>
              <a:buFont typeface="Calibri"/>
              <a:buNone/>
            </a:pPr>
            <a:fld id="{00000000-1234-1234-1234-123412341234}" type="slidenum">
              <a:rPr b="0" i="0" lang="en-US" sz="1300" u="none" cap="none" strike="noStrike">
                <a:solidFill>
                  <a:srgbClr val="000000"/>
                </a:solidFill>
                <a:latin typeface="Calibri"/>
                <a:ea typeface="Calibri"/>
                <a:cs typeface="Calibri"/>
                <a:sym typeface="Calibri"/>
              </a:rPr>
              <a:t>‹#›</a:t>
            </a:fld>
            <a:endParaRPr b="0" i="0" sz="1300" u="none" cap="none" strike="noStrike">
              <a:solidFill>
                <a:srgbClr val="000000"/>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iapositiva de título" type="title">
  <p:cSld name="TITLE">
    <p:spTree>
      <p:nvGrpSpPr>
        <p:cNvPr id="17" name="Shape 17"/>
        <p:cNvGrpSpPr/>
        <p:nvPr/>
      </p:nvGrpSpPr>
      <p:grpSpPr>
        <a:xfrm>
          <a:off x="0" y="0"/>
          <a:ext cx="0" cy="0"/>
          <a:chOff x="0" y="0"/>
          <a:chExt cx="0" cy="0"/>
        </a:xfrm>
      </p:grpSpPr>
      <p:sp>
        <p:nvSpPr>
          <p:cNvPr id="18" name="Google Shape;18;p53"/>
          <p:cNvSpPr txBox="1"/>
          <p:nvPr>
            <p:ph type="ctrTitle"/>
          </p:nvPr>
        </p:nvSpPr>
        <p:spPr>
          <a:xfrm>
            <a:off x="685800" y="1371600"/>
            <a:ext cx="7848600" cy="19272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5400"/>
              <a:buFont typeface="Arial"/>
              <a:buNone/>
              <a:defRPr sz="54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53"/>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rmAutofit/>
          </a:bodyPr>
          <a:lstStyle>
            <a:lvl1pPr lvl="0" algn="l">
              <a:spcBef>
                <a:spcPts val="480"/>
              </a:spcBef>
              <a:spcAft>
                <a:spcPts val="0"/>
              </a:spcAft>
              <a:buSzPts val="2040"/>
              <a:buNone/>
              <a:defRPr>
                <a:solidFill>
                  <a:srgbClr val="55556F"/>
                </a:solidFill>
              </a:defRPr>
            </a:lvl1pPr>
            <a:lvl2pPr lvl="1" algn="ctr">
              <a:spcBef>
                <a:spcPts val="400"/>
              </a:spcBef>
              <a:spcAft>
                <a:spcPts val="0"/>
              </a:spcAft>
              <a:buSzPts val="1700"/>
              <a:buNone/>
              <a:defRPr>
                <a:solidFill>
                  <a:srgbClr val="8B8B8D"/>
                </a:solidFill>
              </a:defRPr>
            </a:lvl2pPr>
            <a:lvl3pPr lvl="2" algn="ctr">
              <a:spcBef>
                <a:spcPts val="360"/>
              </a:spcBef>
              <a:spcAft>
                <a:spcPts val="0"/>
              </a:spcAft>
              <a:buSzPts val="1620"/>
              <a:buNone/>
              <a:defRPr>
                <a:solidFill>
                  <a:srgbClr val="8B8B8D"/>
                </a:solidFill>
              </a:defRPr>
            </a:lvl3pPr>
            <a:lvl4pPr lvl="3" algn="ctr">
              <a:spcBef>
                <a:spcPts val="320"/>
              </a:spcBef>
              <a:spcAft>
                <a:spcPts val="0"/>
              </a:spcAft>
              <a:buSzPts val="1600"/>
              <a:buNone/>
              <a:defRPr>
                <a:solidFill>
                  <a:srgbClr val="8B8B8D"/>
                </a:solidFill>
              </a:defRPr>
            </a:lvl4pPr>
            <a:lvl5pPr lvl="4" algn="ctr">
              <a:spcBef>
                <a:spcPts val="280"/>
              </a:spcBef>
              <a:spcAft>
                <a:spcPts val="0"/>
              </a:spcAft>
              <a:buSzPts val="1400"/>
              <a:buNone/>
              <a:defRPr>
                <a:solidFill>
                  <a:srgbClr val="8B8B8D"/>
                </a:solidFill>
              </a:defRPr>
            </a:lvl5pPr>
            <a:lvl6pPr lvl="5" algn="ctr">
              <a:spcBef>
                <a:spcPts val="260"/>
              </a:spcBef>
              <a:spcAft>
                <a:spcPts val="0"/>
              </a:spcAft>
              <a:buSzPts val="1300"/>
              <a:buNone/>
              <a:defRPr>
                <a:solidFill>
                  <a:srgbClr val="8B8B8D"/>
                </a:solidFill>
              </a:defRPr>
            </a:lvl6pPr>
            <a:lvl7pPr lvl="6" algn="ctr">
              <a:spcBef>
                <a:spcPts val="260"/>
              </a:spcBef>
              <a:spcAft>
                <a:spcPts val="0"/>
              </a:spcAft>
              <a:buSzPts val="1300"/>
              <a:buNone/>
              <a:defRPr>
                <a:solidFill>
                  <a:srgbClr val="8B8B8D"/>
                </a:solidFill>
              </a:defRPr>
            </a:lvl7pPr>
            <a:lvl8pPr lvl="7" algn="ctr">
              <a:spcBef>
                <a:spcPts val="260"/>
              </a:spcBef>
              <a:spcAft>
                <a:spcPts val="0"/>
              </a:spcAft>
              <a:buSzPts val="1300"/>
              <a:buNone/>
              <a:defRPr>
                <a:solidFill>
                  <a:srgbClr val="8B8B8D"/>
                </a:solidFill>
              </a:defRPr>
            </a:lvl8pPr>
            <a:lvl9pPr lvl="8" algn="ctr">
              <a:spcBef>
                <a:spcPts val="260"/>
              </a:spcBef>
              <a:spcAft>
                <a:spcPts val="0"/>
              </a:spcAft>
              <a:buSzPts val="1300"/>
              <a:buNone/>
              <a:defRPr>
                <a:solidFill>
                  <a:srgbClr val="8B8B8D"/>
                </a:solidFill>
              </a:defRPr>
            </a:lvl9pPr>
          </a:lstStyle>
          <a:p/>
        </p:txBody>
      </p:sp>
      <p:sp>
        <p:nvSpPr>
          <p:cNvPr id="20" name="Google Shape;20;p53"/>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53"/>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5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23" name="Google Shape;23;p53"/>
          <p:cNvCxnSpPr/>
          <p:nvPr/>
        </p:nvCxnSpPr>
        <p:spPr>
          <a:xfrm>
            <a:off x="685800" y="3398520"/>
            <a:ext cx="784860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y objetos" type="obj">
  <p:cSld name="OBJECT">
    <p:spTree>
      <p:nvGrpSpPr>
        <p:cNvPr id="24" name="Shape 24"/>
        <p:cNvGrpSpPr/>
        <p:nvPr/>
      </p:nvGrpSpPr>
      <p:grpSpPr>
        <a:xfrm>
          <a:off x="0" y="0"/>
          <a:ext cx="0" cy="0"/>
          <a:chOff x="0" y="0"/>
          <a:chExt cx="0" cy="0"/>
        </a:xfrm>
      </p:grpSpPr>
      <p:sp>
        <p:nvSpPr>
          <p:cNvPr id="25" name="Google Shape;25;p5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54"/>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27" name="Google Shape;27;p54"/>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54"/>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i="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5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cabezado de sección" type="secHead">
  <p:cSld name="SECTION_HEADER">
    <p:bg>
      <p:bgPr>
        <a:solidFill>
          <a:schemeClr val="dk2"/>
        </a:solidFill>
      </p:bgPr>
    </p:bg>
    <p:spTree>
      <p:nvGrpSpPr>
        <p:cNvPr id="30" name="Shape 30"/>
        <p:cNvGrpSpPr/>
        <p:nvPr/>
      </p:nvGrpSpPr>
      <p:grpSpPr>
        <a:xfrm>
          <a:off x="0" y="0"/>
          <a:ext cx="0" cy="0"/>
          <a:chOff x="0" y="0"/>
          <a:chExt cx="0" cy="0"/>
        </a:xfrm>
      </p:grpSpPr>
      <p:sp>
        <p:nvSpPr>
          <p:cNvPr id="31" name="Google Shape;31;p57"/>
          <p:cNvSpPr txBox="1"/>
          <p:nvPr>
            <p:ph type="title"/>
          </p:nvPr>
        </p:nvSpPr>
        <p:spPr>
          <a:xfrm>
            <a:off x="722313" y="2362200"/>
            <a:ext cx="7772400" cy="22002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4800"/>
              <a:buFont typeface="Arial"/>
              <a:buNone/>
              <a:defRPr b="0"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57"/>
          <p:cNvSpPr txBox="1"/>
          <p:nvPr>
            <p:ph idx="1" type="body"/>
          </p:nvPr>
        </p:nvSpPr>
        <p:spPr>
          <a:xfrm>
            <a:off x="722313" y="4626864"/>
            <a:ext cx="7772400" cy="1500187"/>
          </a:xfrm>
          <a:prstGeom prst="rect">
            <a:avLst/>
          </a:prstGeom>
          <a:noFill/>
          <a:ln>
            <a:noFill/>
          </a:ln>
        </p:spPr>
        <p:txBody>
          <a:bodyPr anchorCtr="0" anchor="t" bIns="45700" lIns="91425" spcFirstLastPara="1" rIns="91425" wrap="square" tIns="45700">
            <a:normAutofit/>
          </a:bodyPr>
          <a:lstStyle>
            <a:lvl1pPr indent="-228600" lvl="0" marL="457200" algn="l">
              <a:spcBef>
                <a:spcPts val="480"/>
              </a:spcBef>
              <a:spcAft>
                <a:spcPts val="0"/>
              </a:spcAft>
              <a:buSzPts val="2040"/>
              <a:buNone/>
              <a:defRPr sz="2400">
                <a:solidFill>
                  <a:schemeClr val="lt2"/>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440"/>
              <a:buNone/>
              <a:defRPr sz="1600">
                <a:solidFill>
                  <a:schemeClr val="lt1"/>
                </a:solidFill>
              </a:defRPr>
            </a:lvl3pPr>
            <a:lvl4pPr indent="-228600" lvl="3" marL="1828800" algn="l">
              <a:spcBef>
                <a:spcPts val="280"/>
              </a:spcBef>
              <a:spcAft>
                <a:spcPts val="0"/>
              </a:spcAft>
              <a:buSzPts val="1400"/>
              <a:buNone/>
              <a:defRPr sz="1400">
                <a:solidFill>
                  <a:schemeClr val="lt1"/>
                </a:solidFill>
              </a:defRPr>
            </a:lvl4pPr>
            <a:lvl5pPr indent="-228600" lvl="4" marL="2286000" algn="l">
              <a:spcBef>
                <a:spcPts val="280"/>
              </a:spcBef>
              <a:spcAft>
                <a:spcPts val="0"/>
              </a:spcAft>
              <a:buSzPts val="1400"/>
              <a:buNone/>
              <a:defRPr sz="1400">
                <a:solidFill>
                  <a:schemeClr val="lt1"/>
                </a:solidFill>
              </a:defRPr>
            </a:lvl5pPr>
            <a:lvl6pPr indent="-228600" lvl="5" marL="2743200" algn="l">
              <a:spcBef>
                <a:spcPts val="280"/>
              </a:spcBef>
              <a:spcAft>
                <a:spcPts val="0"/>
              </a:spcAft>
              <a:buSzPts val="1400"/>
              <a:buNone/>
              <a:defRPr sz="1400">
                <a:solidFill>
                  <a:schemeClr val="lt1"/>
                </a:solidFill>
              </a:defRPr>
            </a:lvl6pPr>
            <a:lvl7pPr indent="-228600" lvl="6" marL="3200400" algn="l">
              <a:spcBef>
                <a:spcPts val="280"/>
              </a:spcBef>
              <a:spcAft>
                <a:spcPts val="0"/>
              </a:spcAft>
              <a:buSzPts val="1400"/>
              <a:buNone/>
              <a:defRPr sz="1400">
                <a:solidFill>
                  <a:schemeClr val="lt1"/>
                </a:solidFill>
              </a:defRPr>
            </a:lvl7pPr>
            <a:lvl8pPr indent="-228600" lvl="7" marL="3657600" algn="l">
              <a:spcBef>
                <a:spcPts val="280"/>
              </a:spcBef>
              <a:spcAft>
                <a:spcPts val="0"/>
              </a:spcAft>
              <a:buSzPts val="1400"/>
              <a:buNone/>
              <a:defRPr sz="1400">
                <a:solidFill>
                  <a:schemeClr val="lt1"/>
                </a:solidFill>
              </a:defRPr>
            </a:lvl8pPr>
            <a:lvl9pPr indent="-228600" lvl="8" marL="4114800" algn="l">
              <a:spcBef>
                <a:spcPts val="280"/>
              </a:spcBef>
              <a:spcAft>
                <a:spcPts val="0"/>
              </a:spcAft>
              <a:buSzPts val="1400"/>
              <a:buNone/>
              <a:defRPr sz="1400">
                <a:solidFill>
                  <a:schemeClr val="lt1"/>
                </a:solidFill>
              </a:defRPr>
            </a:lvl9pPr>
          </a:lstStyle>
          <a:p/>
        </p:txBody>
      </p:sp>
      <p:sp>
        <p:nvSpPr>
          <p:cNvPr id="33" name="Google Shape;33;p57"/>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7"/>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36" name="Google Shape;36;p57"/>
          <p:cNvCxnSpPr/>
          <p:nvPr/>
        </p:nvCxnSpPr>
        <p:spPr>
          <a:xfrm>
            <a:off x="731520" y="4599432"/>
            <a:ext cx="7848600" cy="1588"/>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os objetos" type="twoObj">
  <p:cSld name="TWO_OBJECTS">
    <p:spTree>
      <p:nvGrpSpPr>
        <p:cNvPr id="37" name="Shape 37"/>
        <p:cNvGrpSpPr/>
        <p:nvPr/>
      </p:nvGrpSpPr>
      <p:grpSpPr>
        <a:xfrm>
          <a:off x="0" y="0"/>
          <a:ext cx="0" cy="0"/>
          <a:chOff x="0" y="0"/>
          <a:chExt cx="0" cy="0"/>
        </a:xfrm>
      </p:grpSpPr>
      <p:sp>
        <p:nvSpPr>
          <p:cNvPr id="38" name="Google Shape;38;p5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58"/>
          <p:cNvSpPr txBox="1"/>
          <p:nvPr>
            <p:ph idx="1" type="body"/>
          </p:nvPr>
        </p:nvSpPr>
        <p:spPr>
          <a:xfrm>
            <a:off x="457200" y="1673352"/>
            <a:ext cx="4038600" cy="4718304"/>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40" name="Google Shape;40;p58"/>
          <p:cNvSpPr txBox="1"/>
          <p:nvPr>
            <p:ph idx="2" type="body"/>
          </p:nvPr>
        </p:nvSpPr>
        <p:spPr>
          <a:xfrm>
            <a:off x="4648200" y="1673352"/>
            <a:ext cx="4038600" cy="4718304"/>
          </a:xfrm>
          <a:prstGeom prst="rect">
            <a:avLst/>
          </a:prstGeom>
          <a:noFill/>
          <a:ln>
            <a:noFill/>
          </a:ln>
        </p:spPr>
        <p:txBody>
          <a:bodyPr anchorCtr="0" anchor="t" bIns="45700" lIns="91425" spcFirstLastPara="1" rIns="91425" wrap="square" tIns="45700">
            <a:normAutofit/>
          </a:bodyPr>
          <a:lstStyle>
            <a:lvl1pPr indent="-379730" lvl="0" marL="457200" algn="l">
              <a:spcBef>
                <a:spcPts val="560"/>
              </a:spcBef>
              <a:spcAft>
                <a:spcPts val="0"/>
              </a:spcAft>
              <a:buSzPts val="2380"/>
              <a:buChar char="•"/>
              <a:defRPr sz="2800"/>
            </a:lvl1pPr>
            <a:lvl2pPr indent="-358140" lvl="1" marL="914400" algn="l">
              <a:spcBef>
                <a:spcPts val="480"/>
              </a:spcBef>
              <a:spcAft>
                <a:spcPts val="0"/>
              </a:spcAft>
              <a:buSzPts val="2040"/>
              <a:buChar char="•"/>
              <a:defRPr sz="2400"/>
            </a:lvl2pPr>
            <a:lvl3pPr indent="-342900" lvl="2" marL="1371600" algn="l">
              <a:spcBef>
                <a:spcPts val="400"/>
              </a:spcBef>
              <a:spcAft>
                <a:spcPts val="0"/>
              </a:spcAft>
              <a:buSzPts val="1800"/>
              <a:buChar char="•"/>
              <a:defRPr sz="2000"/>
            </a:lvl3pPr>
            <a:lvl4pPr indent="-342900" lvl="3" marL="1828800" algn="l">
              <a:spcBef>
                <a:spcPts val="360"/>
              </a:spcBef>
              <a:spcAft>
                <a:spcPts val="0"/>
              </a:spcAft>
              <a:buSzPts val="1800"/>
              <a:buChar char="•"/>
              <a:defRPr sz="1800"/>
            </a:lvl4pPr>
            <a:lvl5pPr indent="-342900" lvl="4" marL="2286000" algn="l">
              <a:spcBef>
                <a:spcPts val="360"/>
              </a:spcBef>
              <a:spcAft>
                <a:spcPts val="0"/>
              </a:spcAft>
              <a:buSzPts val="1800"/>
              <a:buChar char="•"/>
              <a:defRPr sz="1800"/>
            </a:lvl5pPr>
            <a:lvl6pPr indent="-342900" lvl="5" marL="2743200" algn="l">
              <a:spcBef>
                <a:spcPts val="360"/>
              </a:spcBef>
              <a:spcAft>
                <a:spcPts val="0"/>
              </a:spcAft>
              <a:buSzPts val="1800"/>
              <a:buChar char="•"/>
              <a:defRPr sz="1800"/>
            </a:lvl6pPr>
            <a:lvl7pPr indent="-342900" lvl="6" marL="3200400" algn="l">
              <a:spcBef>
                <a:spcPts val="360"/>
              </a:spcBef>
              <a:spcAft>
                <a:spcPts val="0"/>
              </a:spcAft>
              <a:buSzPts val="1800"/>
              <a:buChar char="•"/>
              <a:defRPr sz="1800"/>
            </a:lvl7pPr>
            <a:lvl8pPr indent="-342900" lvl="7" marL="3657600" algn="l">
              <a:spcBef>
                <a:spcPts val="360"/>
              </a:spcBef>
              <a:spcAft>
                <a:spcPts val="0"/>
              </a:spcAft>
              <a:buSzPts val="1800"/>
              <a:buChar char="•"/>
              <a:defRPr sz="1800"/>
            </a:lvl8pPr>
            <a:lvl9pPr indent="-342900" lvl="8" marL="4114800" algn="l">
              <a:spcBef>
                <a:spcPts val="360"/>
              </a:spcBef>
              <a:spcAft>
                <a:spcPts val="0"/>
              </a:spcAft>
              <a:buSzPts val="1800"/>
              <a:buChar char="•"/>
              <a:defRPr sz="1800"/>
            </a:lvl9pPr>
          </a:lstStyle>
          <a:p/>
        </p:txBody>
      </p:sp>
      <p:sp>
        <p:nvSpPr>
          <p:cNvPr id="41" name="Google Shape;41;p58"/>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58"/>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ación" type="twoTxTwoObj">
  <p:cSld name="TWO_OBJECTS_WITH_TEXT">
    <p:spTree>
      <p:nvGrpSpPr>
        <p:cNvPr id="44" name="Shape 44"/>
        <p:cNvGrpSpPr/>
        <p:nvPr/>
      </p:nvGrpSpPr>
      <p:grpSpPr>
        <a:xfrm>
          <a:off x="0" y="0"/>
          <a:ext cx="0" cy="0"/>
          <a:chOff x="0" y="0"/>
          <a:chExt cx="0" cy="0"/>
        </a:xfrm>
      </p:grpSpPr>
      <p:sp>
        <p:nvSpPr>
          <p:cNvPr id="45" name="Google Shape;45;p5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4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59"/>
          <p:cNvSpPr txBox="1"/>
          <p:nvPr>
            <p:ph idx="1" type="body"/>
          </p:nvPr>
        </p:nvSpPr>
        <p:spPr>
          <a:xfrm>
            <a:off x="45720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47" name="Google Shape;47;p59"/>
          <p:cNvSpPr txBox="1"/>
          <p:nvPr>
            <p:ph idx="2" type="body"/>
          </p:nvPr>
        </p:nvSpPr>
        <p:spPr>
          <a:xfrm>
            <a:off x="457200" y="2438400"/>
            <a:ext cx="3931920" cy="3951288"/>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48" name="Google Shape;48;p59"/>
          <p:cNvSpPr txBox="1"/>
          <p:nvPr>
            <p:ph idx="3" type="body"/>
          </p:nvPr>
        </p:nvSpPr>
        <p:spPr>
          <a:xfrm>
            <a:off x="475488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400"/>
              </a:spcBef>
              <a:spcAft>
                <a:spcPts val="0"/>
              </a:spcAft>
              <a:buSzPts val="1700"/>
              <a:buNone/>
              <a:defRPr b="0" sz="2000">
                <a:solidFill>
                  <a:schemeClr val="dk2"/>
                </a:solidFill>
                <a:latin typeface="Arial"/>
                <a:ea typeface="Arial"/>
                <a:cs typeface="Arial"/>
                <a:sym typeface="Aria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620"/>
              <a:buNone/>
              <a:defRPr b="1" sz="1800"/>
            </a:lvl3pPr>
            <a:lvl4pPr indent="-228600" lvl="3" marL="1828800" algn="l">
              <a:spcBef>
                <a:spcPts val="320"/>
              </a:spcBef>
              <a:spcAft>
                <a:spcPts val="0"/>
              </a:spcAft>
              <a:buSzPts val="1600"/>
              <a:buNone/>
              <a:defRPr b="1" sz="1600"/>
            </a:lvl4pPr>
            <a:lvl5pPr indent="-228600" lvl="4" marL="2286000" algn="l">
              <a:spcBef>
                <a:spcPts val="320"/>
              </a:spcBef>
              <a:spcAft>
                <a:spcPts val="0"/>
              </a:spcAft>
              <a:buSzPts val="1600"/>
              <a:buNone/>
              <a:defRPr b="1" sz="1600"/>
            </a:lvl5pPr>
            <a:lvl6pPr indent="-228600" lvl="5" marL="2743200" algn="l">
              <a:spcBef>
                <a:spcPts val="320"/>
              </a:spcBef>
              <a:spcAft>
                <a:spcPts val="0"/>
              </a:spcAft>
              <a:buSzPts val="1600"/>
              <a:buNone/>
              <a:defRPr b="1" sz="1600"/>
            </a:lvl6pPr>
            <a:lvl7pPr indent="-228600" lvl="6" marL="3200400" algn="l">
              <a:spcBef>
                <a:spcPts val="320"/>
              </a:spcBef>
              <a:spcAft>
                <a:spcPts val="0"/>
              </a:spcAft>
              <a:buSzPts val="1600"/>
              <a:buNone/>
              <a:defRPr b="1" sz="1600"/>
            </a:lvl7pPr>
            <a:lvl8pPr indent="-228600" lvl="7" marL="3657600" algn="l">
              <a:spcBef>
                <a:spcPts val="320"/>
              </a:spcBef>
              <a:spcAft>
                <a:spcPts val="0"/>
              </a:spcAft>
              <a:buSzPts val="1600"/>
              <a:buNone/>
              <a:defRPr b="1" sz="1600"/>
            </a:lvl8pPr>
            <a:lvl9pPr indent="-228600" lvl="8" marL="4114800" algn="l">
              <a:spcBef>
                <a:spcPts val="320"/>
              </a:spcBef>
              <a:spcAft>
                <a:spcPts val="0"/>
              </a:spcAft>
              <a:buSzPts val="1600"/>
              <a:buNone/>
              <a:defRPr b="1" sz="1600"/>
            </a:lvl9pPr>
          </a:lstStyle>
          <a:p/>
        </p:txBody>
      </p:sp>
      <p:sp>
        <p:nvSpPr>
          <p:cNvPr id="49" name="Google Shape;49;p59"/>
          <p:cNvSpPr txBox="1"/>
          <p:nvPr>
            <p:ph idx="4" type="body"/>
          </p:nvPr>
        </p:nvSpPr>
        <p:spPr>
          <a:xfrm>
            <a:off x="4754880" y="2438400"/>
            <a:ext cx="3931920" cy="3951288"/>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36550" lvl="1" marL="914400" algn="l">
              <a:spcBef>
                <a:spcPts val="400"/>
              </a:spcBef>
              <a:spcAft>
                <a:spcPts val="0"/>
              </a:spcAft>
              <a:buSzPts val="1700"/>
              <a:buChar char="•"/>
              <a:defRPr sz="2000"/>
            </a:lvl2pPr>
            <a:lvl3pPr indent="-331469" lvl="2" marL="1371600" algn="l">
              <a:spcBef>
                <a:spcPts val="360"/>
              </a:spcBef>
              <a:spcAft>
                <a:spcPts val="0"/>
              </a:spcAft>
              <a:buSzPts val="1620"/>
              <a:buChar char="•"/>
              <a:defRPr sz="1800"/>
            </a:lvl3pPr>
            <a:lvl4pPr indent="-330200" lvl="3" marL="1828800" algn="l">
              <a:spcBef>
                <a:spcPts val="320"/>
              </a:spcBef>
              <a:spcAft>
                <a:spcPts val="0"/>
              </a:spcAft>
              <a:buSzPts val="1600"/>
              <a:buChar char="•"/>
              <a:defRPr sz="1600"/>
            </a:lvl4pPr>
            <a:lvl5pPr indent="-330200" lvl="4" marL="2286000" algn="l">
              <a:spcBef>
                <a:spcPts val="320"/>
              </a:spcBef>
              <a:spcAft>
                <a:spcPts val="0"/>
              </a:spcAft>
              <a:buSzPts val="1600"/>
              <a:buChar char="•"/>
              <a:defRPr sz="1600"/>
            </a:lvl5pPr>
            <a:lvl6pPr indent="-330200" lvl="5" marL="2743200" algn="l">
              <a:spcBef>
                <a:spcPts val="320"/>
              </a:spcBef>
              <a:spcAft>
                <a:spcPts val="0"/>
              </a:spcAft>
              <a:buSzPts val="1600"/>
              <a:buChar char="•"/>
              <a:defRPr sz="1600"/>
            </a:lvl6pPr>
            <a:lvl7pPr indent="-330200" lvl="6" marL="3200400" algn="l">
              <a:spcBef>
                <a:spcPts val="320"/>
              </a:spcBef>
              <a:spcAft>
                <a:spcPts val="0"/>
              </a:spcAft>
              <a:buSzPts val="1600"/>
              <a:buChar char="•"/>
              <a:defRPr sz="1600"/>
            </a:lvl7pPr>
            <a:lvl8pPr indent="-330200" lvl="7" marL="3657600" algn="l">
              <a:spcBef>
                <a:spcPts val="320"/>
              </a:spcBef>
              <a:spcAft>
                <a:spcPts val="0"/>
              </a:spcAft>
              <a:buSzPts val="1600"/>
              <a:buChar char="•"/>
              <a:defRPr sz="1600"/>
            </a:lvl8pPr>
            <a:lvl9pPr indent="-330200" lvl="8" marL="4114800" algn="l">
              <a:spcBef>
                <a:spcPts val="320"/>
              </a:spcBef>
              <a:spcAft>
                <a:spcPts val="0"/>
              </a:spcAft>
              <a:buSzPts val="1600"/>
              <a:buChar char="•"/>
              <a:defRPr sz="1600"/>
            </a:lvl9pPr>
          </a:lstStyle>
          <a:p/>
        </p:txBody>
      </p:sp>
      <p:sp>
        <p:nvSpPr>
          <p:cNvPr id="50" name="Google Shape;50;p59"/>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59"/>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53" name="Google Shape;53;p59"/>
          <p:cNvCxnSpPr/>
          <p:nvPr/>
        </p:nvCxnSpPr>
        <p:spPr>
          <a:xfrm rot="5400000">
            <a:off x="2217817" y="4045823"/>
            <a:ext cx="4709160" cy="794"/>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ólo el título" type="titleOnly">
  <p:cSld name="TITLE_ONLY">
    <p:spTree>
      <p:nvGrpSpPr>
        <p:cNvPr id="54" name="Shape 54"/>
        <p:cNvGrpSpPr/>
        <p:nvPr/>
      </p:nvGrpSpPr>
      <p:grpSpPr>
        <a:xfrm>
          <a:off x="0" y="0"/>
          <a:ext cx="0" cy="0"/>
          <a:chOff x="0" y="0"/>
          <a:chExt cx="0" cy="0"/>
        </a:xfrm>
      </p:grpSpPr>
      <p:sp>
        <p:nvSpPr>
          <p:cNvPr id="55" name="Google Shape;55;p6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60"/>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60"/>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6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 blanco" type="blank">
  <p:cSld name="BLANK">
    <p:spTree>
      <p:nvGrpSpPr>
        <p:cNvPr id="59" name="Shape 59"/>
        <p:cNvGrpSpPr/>
        <p:nvPr/>
      </p:nvGrpSpPr>
      <p:grpSpPr>
        <a:xfrm>
          <a:off x="0" y="0"/>
          <a:ext cx="0" cy="0"/>
          <a:chOff x="0" y="0"/>
          <a:chExt cx="0" cy="0"/>
        </a:xfrm>
      </p:grpSpPr>
      <p:sp>
        <p:nvSpPr>
          <p:cNvPr id="60" name="Google Shape;60;p61"/>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61"/>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6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ido con título" type="objTx">
  <p:cSld name="OBJECT_WITH_CAPTION_TEXT">
    <p:spTree>
      <p:nvGrpSpPr>
        <p:cNvPr id="63" name="Shape 63"/>
        <p:cNvGrpSpPr/>
        <p:nvPr/>
      </p:nvGrpSpPr>
      <p:grpSpPr>
        <a:xfrm>
          <a:off x="0" y="0"/>
          <a:ext cx="0" cy="0"/>
          <a:chOff x="0" y="0"/>
          <a:chExt cx="0" cy="0"/>
        </a:xfrm>
      </p:grpSpPr>
      <p:sp>
        <p:nvSpPr>
          <p:cNvPr id="64" name="Google Shape;64;p62"/>
          <p:cNvSpPr txBox="1"/>
          <p:nvPr>
            <p:ph type="title"/>
          </p:nvPr>
        </p:nvSpPr>
        <p:spPr>
          <a:xfrm>
            <a:off x="457200" y="792080"/>
            <a:ext cx="2139696" cy="126187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62"/>
          <p:cNvSpPr txBox="1"/>
          <p:nvPr>
            <p:ph idx="1" type="body"/>
          </p:nvPr>
        </p:nvSpPr>
        <p:spPr>
          <a:xfrm>
            <a:off x="2971800" y="792080"/>
            <a:ext cx="5715000" cy="5577840"/>
          </a:xfrm>
          <a:prstGeom prst="rect">
            <a:avLst/>
          </a:prstGeom>
          <a:noFill/>
          <a:ln>
            <a:noFill/>
          </a:ln>
        </p:spPr>
        <p:txBody>
          <a:bodyPr anchorCtr="0" anchor="t" bIns="45700" lIns="91425" spcFirstLastPara="1" rIns="91425" wrap="square" tIns="45700">
            <a:normAutofit/>
          </a:bodyPr>
          <a:lstStyle>
            <a:lvl1pPr indent="-401320" lvl="0" marL="457200" algn="l">
              <a:spcBef>
                <a:spcPts val="640"/>
              </a:spcBef>
              <a:spcAft>
                <a:spcPts val="0"/>
              </a:spcAft>
              <a:buSzPts val="2720"/>
              <a:buChar char="•"/>
              <a:defRPr sz="3200"/>
            </a:lvl1pPr>
            <a:lvl2pPr indent="-379730" lvl="1" marL="914400" algn="l">
              <a:spcBef>
                <a:spcPts val="560"/>
              </a:spcBef>
              <a:spcAft>
                <a:spcPts val="0"/>
              </a:spcAft>
              <a:buSzPts val="2380"/>
              <a:buChar char="•"/>
              <a:defRPr sz="2800"/>
            </a:lvl2pPr>
            <a:lvl3pPr indent="-365760" lvl="2" marL="1371600" algn="l">
              <a:spcBef>
                <a:spcPts val="480"/>
              </a:spcBef>
              <a:spcAft>
                <a:spcPts val="0"/>
              </a:spcAft>
              <a:buSzPts val="2160"/>
              <a:buChar char="•"/>
              <a:defRPr sz="2400"/>
            </a:lvl3pPr>
            <a:lvl4pPr indent="-355600" lvl="3" marL="1828800" algn="l">
              <a:spcBef>
                <a:spcPts val="400"/>
              </a:spcBef>
              <a:spcAft>
                <a:spcPts val="0"/>
              </a:spcAft>
              <a:buSzPts val="2000"/>
              <a:buChar char="•"/>
              <a:defRPr sz="2000"/>
            </a:lvl4pPr>
            <a:lvl5pPr indent="-355600" lvl="4" marL="2286000" algn="l">
              <a:spcBef>
                <a:spcPts val="400"/>
              </a:spcBef>
              <a:spcAft>
                <a:spcPts val="0"/>
              </a:spcAft>
              <a:buSzPts val="2000"/>
              <a:buChar char="•"/>
              <a:defRPr sz="2000"/>
            </a:lvl5pPr>
            <a:lvl6pPr indent="-355600" lvl="5" marL="2743200" algn="l">
              <a:spcBef>
                <a:spcPts val="400"/>
              </a:spcBef>
              <a:spcAft>
                <a:spcPts val="0"/>
              </a:spcAft>
              <a:buSzPts val="2000"/>
              <a:buChar char="•"/>
              <a:defRPr sz="2000"/>
            </a:lvl6pPr>
            <a:lvl7pPr indent="-355600" lvl="6" marL="3200400" algn="l">
              <a:spcBef>
                <a:spcPts val="400"/>
              </a:spcBef>
              <a:spcAft>
                <a:spcPts val="0"/>
              </a:spcAft>
              <a:buSzPts val="2000"/>
              <a:buChar char="•"/>
              <a:defRPr sz="2000"/>
            </a:lvl7pPr>
            <a:lvl8pPr indent="-355600" lvl="7" marL="3657600" algn="l">
              <a:spcBef>
                <a:spcPts val="400"/>
              </a:spcBef>
              <a:spcAft>
                <a:spcPts val="0"/>
              </a:spcAft>
              <a:buSzPts val="2000"/>
              <a:buChar char="•"/>
              <a:defRPr sz="2000"/>
            </a:lvl8pPr>
            <a:lvl9pPr indent="-355600" lvl="8" marL="4114800" algn="l">
              <a:spcBef>
                <a:spcPts val="400"/>
              </a:spcBef>
              <a:spcAft>
                <a:spcPts val="0"/>
              </a:spcAft>
              <a:buSzPts val="2000"/>
              <a:buChar char="•"/>
              <a:defRPr sz="2000"/>
            </a:lvl9pPr>
          </a:lstStyle>
          <a:p/>
        </p:txBody>
      </p:sp>
      <p:sp>
        <p:nvSpPr>
          <p:cNvPr id="66" name="Google Shape;66;p62"/>
          <p:cNvSpPr txBox="1"/>
          <p:nvPr>
            <p:ph idx="2" type="body"/>
          </p:nvPr>
        </p:nvSpPr>
        <p:spPr>
          <a:xfrm>
            <a:off x="457201" y="2130552"/>
            <a:ext cx="2139696" cy="4243615"/>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67" name="Google Shape;67;p62"/>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62"/>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6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70" name="Google Shape;70;p62"/>
          <p:cNvCxnSpPr/>
          <p:nvPr/>
        </p:nvCxnSpPr>
        <p:spPr>
          <a:xfrm rot="5400000">
            <a:off x="-13116" y="3580206"/>
            <a:ext cx="557784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Imagen con título" type="picTx">
  <p:cSld name="PICTURE_WITH_CAPTION_TEXT">
    <p:spTree>
      <p:nvGrpSpPr>
        <p:cNvPr id="71" name="Shape 71"/>
        <p:cNvGrpSpPr/>
        <p:nvPr/>
      </p:nvGrpSpPr>
      <p:grpSpPr>
        <a:xfrm>
          <a:off x="0" y="0"/>
          <a:ext cx="0" cy="0"/>
          <a:chOff x="0" y="0"/>
          <a:chExt cx="0" cy="0"/>
        </a:xfrm>
      </p:grpSpPr>
      <p:sp>
        <p:nvSpPr>
          <p:cNvPr id="72" name="Google Shape;72;p63"/>
          <p:cNvSpPr txBox="1"/>
          <p:nvPr>
            <p:ph type="title"/>
          </p:nvPr>
        </p:nvSpPr>
        <p:spPr>
          <a:xfrm>
            <a:off x="457200" y="792480"/>
            <a:ext cx="2142680" cy="126492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2400"/>
              <a:buFont typeface="Arial"/>
              <a:buNone/>
              <a:defRPr b="0"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63"/>
          <p:cNvSpPr/>
          <p:nvPr>
            <p:ph idx="2" type="pic"/>
          </p:nvPr>
        </p:nvSpPr>
        <p:spPr>
          <a:xfrm>
            <a:off x="2858610" y="838201"/>
            <a:ext cx="5904390" cy="5500456"/>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txBody>
          <a:bodyPr anchorCtr="0" anchor="t" bIns="45700" lIns="91425" spcFirstLastPara="1" rIns="91425" wrap="square" tIns="45700">
            <a:normAutofit/>
          </a:bodyPr>
          <a:lstStyle>
            <a:lvl1pPr lvl="0" marR="0" rtl="0" algn="l">
              <a:spcBef>
                <a:spcPts val="640"/>
              </a:spcBef>
              <a:spcAft>
                <a:spcPts val="0"/>
              </a:spcAft>
              <a:buClr>
                <a:schemeClr val="accent1"/>
              </a:buClr>
              <a:buSzPts val="2720"/>
              <a:buFont typeface="Arial"/>
              <a:buNone/>
              <a:defRPr b="0" i="0" sz="3200" u="none" cap="none" strike="noStrike">
                <a:solidFill>
                  <a:schemeClr val="dk1"/>
                </a:solidFill>
                <a:latin typeface="Arial"/>
                <a:ea typeface="Arial"/>
                <a:cs typeface="Arial"/>
                <a:sym typeface="Arial"/>
              </a:defRPr>
            </a:lvl1pPr>
            <a:lvl2pPr lvl="1" marR="0" rtl="0" algn="l">
              <a:spcBef>
                <a:spcPts val="560"/>
              </a:spcBef>
              <a:spcAft>
                <a:spcPts val="0"/>
              </a:spcAft>
              <a:buClr>
                <a:schemeClr val="accent1"/>
              </a:buClr>
              <a:buSzPts val="2380"/>
              <a:buFont typeface="Arial"/>
              <a:buNone/>
              <a:defRPr b="0" i="0" sz="2800" u="none" cap="none" strike="noStrike">
                <a:solidFill>
                  <a:schemeClr val="dk1"/>
                </a:solidFill>
                <a:latin typeface="Arial"/>
                <a:ea typeface="Arial"/>
                <a:cs typeface="Arial"/>
                <a:sym typeface="Arial"/>
              </a:defRPr>
            </a:lvl2pPr>
            <a:lvl3pPr lvl="2" marR="0" rtl="0" algn="l">
              <a:spcBef>
                <a:spcPts val="480"/>
              </a:spcBef>
              <a:spcAft>
                <a:spcPts val="0"/>
              </a:spcAft>
              <a:buClr>
                <a:schemeClr val="accent1"/>
              </a:buClr>
              <a:buSzPts val="2160"/>
              <a:buFont typeface="Arial"/>
              <a:buNone/>
              <a:defRPr b="0" i="0" sz="2400" u="none" cap="none" strike="noStrike">
                <a:solidFill>
                  <a:schemeClr val="dk1"/>
                </a:solidFill>
                <a:latin typeface="Arial"/>
                <a:ea typeface="Arial"/>
                <a:cs typeface="Arial"/>
                <a:sym typeface="Arial"/>
              </a:defRPr>
            </a:lvl3pPr>
            <a:lvl4pPr lvl="3"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4pPr>
            <a:lvl5pPr lvl="4"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5pPr>
            <a:lvl6pPr lvl="5"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6pPr>
            <a:lvl7pPr lvl="6"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7pPr>
            <a:lvl8pPr lvl="7"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8pPr>
            <a:lvl9pPr lvl="8" marR="0" rtl="0" algn="l">
              <a:spcBef>
                <a:spcPts val="400"/>
              </a:spcBef>
              <a:spcAft>
                <a:spcPts val="0"/>
              </a:spcAft>
              <a:buClr>
                <a:schemeClr val="accent1"/>
              </a:buClr>
              <a:buSzPts val="2000"/>
              <a:buFont typeface="Arial"/>
              <a:buNone/>
              <a:defRPr b="0" i="0" sz="2000" u="none" cap="none" strike="noStrike">
                <a:solidFill>
                  <a:schemeClr val="dk1"/>
                </a:solidFill>
                <a:latin typeface="Arial"/>
                <a:ea typeface="Arial"/>
                <a:cs typeface="Arial"/>
                <a:sym typeface="Arial"/>
              </a:defRPr>
            </a:lvl9pPr>
          </a:lstStyle>
          <a:p/>
        </p:txBody>
      </p:sp>
      <p:sp>
        <p:nvSpPr>
          <p:cNvPr id="74" name="Google Shape;74;p63"/>
          <p:cNvSpPr txBox="1"/>
          <p:nvPr>
            <p:ph idx="1" type="body"/>
          </p:nvPr>
        </p:nvSpPr>
        <p:spPr>
          <a:xfrm>
            <a:off x="457200" y="2133600"/>
            <a:ext cx="2139696" cy="4242816"/>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SzPts val="119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900"/>
              <a:buNone/>
              <a:defRPr sz="1000"/>
            </a:lvl3pPr>
            <a:lvl4pPr indent="-228600" lvl="3" marL="1828800" algn="l">
              <a:spcBef>
                <a:spcPts val="180"/>
              </a:spcBef>
              <a:spcAft>
                <a:spcPts val="0"/>
              </a:spcAft>
              <a:buSzPts val="900"/>
              <a:buNone/>
              <a:defRPr sz="900"/>
            </a:lvl4pPr>
            <a:lvl5pPr indent="-228600" lvl="4" marL="2286000" algn="l">
              <a:spcBef>
                <a:spcPts val="180"/>
              </a:spcBef>
              <a:spcAft>
                <a:spcPts val="0"/>
              </a:spcAft>
              <a:buSzPts val="900"/>
              <a:buNone/>
              <a:defRPr sz="900"/>
            </a:lvl5pPr>
            <a:lvl6pPr indent="-228600" lvl="5" marL="2743200" algn="l">
              <a:spcBef>
                <a:spcPts val="180"/>
              </a:spcBef>
              <a:spcAft>
                <a:spcPts val="0"/>
              </a:spcAft>
              <a:buSzPts val="900"/>
              <a:buNone/>
              <a:defRPr sz="900"/>
            </a:lvl6pPr>
            <a:lvl7pPr indent="-228600" lvl="6" marL="3200400" algn="l">
              <a:spcBef>
                <a:spcPts val="180"/>
              </a:spcBef>
              <a:spcAft>
                <a:spcPts val="0"/>
              </a:spcAft>
              <a:buSzPts val="900"/>
              <a:buNone/>
              <a:defRPr sz="900"/>
            </a:lvl7pPr>
            <a:lvl8pPr indent="-228600" lvl="7" marL="3657600" algn="l">
              <a:spcBef>
                <a:spcPts val="180"/>
              </a:spcBef>
              <a:spcAft>
                <a:spcPts val="0"/>
              </a:spcAft>
              <a:buSzPts val="900"/>
              <a:buNone/>
              <a:defRPr sz="900"/>
            </a:lvl8pPr>
            <a:lvl9pPr indent="-228600" lvl="8" marL="4114800" algn="l">
              <a:spcBef>
                <a:spcPts val="180"/>
              </a:spcBef>
              <a:spcAft>
                <a:spcPts val="0"/>
              </a:spcAft>
              <a:buSzPts val="900"/>
              <a:buNone/>
              <a:defRPr sz="900"/>
            </a:lvl9pPr>
          </a:lstStyle>
          <a:p/>
        </p:txBody>
      </p:sp>
      <p:sp>
        <p:nvSpPr>
          <p:cNvPr id="75" name="Google Shape;75;p63"/>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3"/>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y texto vertical" type="vertTx">
  <p:cSld name="VERTICAL_TEXT">
    <p:spTree>
      <p:nvGrpSpPr>
        <p:cNvPr id="78" name="Shape 78"/>
        <p:cNvGrpSpPr/>
        <p:nvPr/>
      </p:nvGrpSpPr>
      <p:grpSpPr>
        <a:xfrm>
          <a:off x="0" y="0"/>
          <a:ext cx="0" cy="0"/>
          <a:chOff x="0" y="0"/>
          <a:chExt cx="0" cy="0"/>
        </a:xfrm>
      </p:grpSpPr>
      <p:sp>
        <p:nvSpPr>
          <p:cNvPr id="79" name="Google Shape;79;p6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4"/>
          <p:cNvSpPr txBox="1"/>
          <p:nvPr>
            <p:ph idx="1" type="body"/>
          </p:nvPr>
        </p:nvSpPr>
        <p:spPr>
          <a:xfrm rot="5400000">
            <a:off x="2133600" y="-76200"/>
            <a:ext cx="48768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1" name="Google Shape;81;p64"/>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4"/>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vertical y texto" type="vertTitleAndTx">
  <p:cSld name="VERTICAL_TITLE_AND_VERTICAL_TEXT">
    <p:spTree>
      <p:nvGrpSpPr>
        <p:cNvPr id="84" name="Shape 84"/>
        <p:cNvGrpSpPr/>
        <p:nvPr/>
      </p:nvGrpSpPr>
      <p:grpSpPr>
        <a:xfrm>
          <a:off x="0" y="0"/>
          <a:ext cx="0" cy="0"/>
          <a:chOff x="0" y="0"/>
          <a:chExt cx="0" cy="0"/>
        </a:xfrm>
      </p:grpSpPr>
      <p:sp>
        <p:nvSpPr>
          <p:cNvPr id="85" name="Google Shape;85;p65"/>
          <p:cNvSpPr txBox="1"/>
          <p:nvPr>
            <p:ph type="title"/>
          </p:nvPr>
        </p:nvSpPr>
        <p:spPr>
          <a:xfrm rot="5400000">
            <a:off x="4724400" y="2514600"/>
            <a:ext cx="586740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65"/>
          <p:cNvSpPr txBox="1"/>
          <p:nvPr>
            <p:ph idx="1" type="body"/>
          </p:nvPr>
        </p:nvSpPr>
        <p:spPr>
          <a:xfrm rot="5400000">
            <a:off x="533400" y="533400"/>
            <a:ext cx="586740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7" name="Google Shape;87;p65"/>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65"/>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6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y objetos" type="obj">
  <p:cSld name="OBJECT">
    <p:spTree>
      <p:nvGrpSpPr>
        <p:cNvPr id="98" name="Shape 98"/>
        <p:cNvGrpSpPr/>
        <p:nvPr/>
      </p:nvGrpSpPr>
      <p:grpSpPr>
        <a:xfrm>
          <a:off x="0" y="0"/>
          <a:ext cx="0" cy="0"/>
          <a:chOff x="0" y="0"/>
          <a:chExt cx="0" cy="0"/>
        </a:xfrm>
      </p:grpSpPr>
      <p:sp>
        <p:nvSpPr>
          <p:cNvPr id="99" name="Google Shape;99;p56"/>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56"/>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56"/>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6"/>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i="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iapositiva de título" type="title">
  <p:cSld name="TITLE">
    <p:spTree>
      <p:nvGrpSpPr>
        <p:cNvPr id="104" name="Shape 104"/>
        <p:cNvGrpSpPr/>
        <p:nvPr/>
      </p:nvGrpSpPr>
      <p:grpSpPr>
        <a:xfrm>
          <a:off x="0" y="0"/>
          <a:ext cx="0" cy="0"/>
          <a:chOff x="0" y="0"/>
          <a:chExt cx="0" cy="0"/>
        </a:xfrm>
      </p:grpSpPr>
      <p:sp>
        <p:nvSpPr>
          <p:cNvPr id="105" name="Google Shape;105;p66"/>
          <p:cNvSpPr txBox="1"/>
          <p:nvPr>
            <p:ph type="ctrTitle"/>
          </p:nvPr>
        </p:nvSpPr>
        <p:spPr>
          <a:xfrm>
            <a:off x="685800" y="1371602"/>
            <a:ext cx="7848600" cy="1927225"/>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4050"/>
              <a:buFont typeface="Arial"/>
              <a:buNone/>
              <a:defRPr sz="405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66"/>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rmAutofit/>
          </a:bodyPr>
          <a:lstStyle>
            <a:lvl1pPr lvl="0" algn="l">
              <a:spcBef>
                <a:spcPts val="360"/>
              </a:spcBef>
              <a:spcAft>
                <a:spcPts val="0"/>
              </a:spcAft>
              <a:buSzPts val="1530"/>
              <a:buNone/>
              <a:defRPr>
                <a:solidFill>
                  <a:srgbClr val="55556F"/>
                </a:solidFill>
              </a:defRPr>
            </a:lvl1pPr>
            <a:lvl2pPr lvl="1" algn="ctr">
              <a:spcBef>
                <a:spcPts val="300"/>
              </a:spcBef>
              <a:spcAft>
                <a:spcPts val="0"/>
              </a:spcAft>
              <a:buSzPts val="1275"/>
              <a:buNone/>
              <a:defRPr>
                <a:solidFill>
                  <a:srgbClr val="8B8B8D"/>
                </a:solidFill>
              </a:defRPr>
            </a:lvl2pPr>
            <a:lvl3pPr lvl="2" algn="ctr">
              <a:spcBef>
                <a:spcPts val="270"/>
              </a:spcBef>
              <a:spcAft>
                <a:spcPts val="0"/>
              </a:spcAft>
              <a:buSzPts val="1215"/>
              <a:buNone/>
              <a:defRPr>
                <a:solidFill>
                  <a:srgbClr val="8B8B8D"/>
                </a:solidFill>
              </a:defRPr>
            </a:lvl3pPr>
            <a:lvl4pPr lvl="3" algn="ctr">
              <a:spcBef>
                <a:spcPts val="240"/>
              </a:spcBef>
              <a:spcAft>
                <a:spcPts val="0"/>
              </a:spcAft>
              <a:buSzPts val="1200"/>
              <a:buNone/>
              <a:defRPr>
                <a:solidFill>
                  <a:srgbClr val="8B8B8D"/>
                </a:solidFill>
              </a:defRPr>
            </a:lvl4pPr>
            <a:lvl5pPr lvl="4" algn="ctr">
              <a:spcBef>
                <a:spcPts val="210"/>
              </a:spcBef>
              <a:spcAft>
                <a:spcPts val="0"/>
              </a:spcAft>
              <a:buSzPts val="1050"/>
              <a:buNone/>
              <a:defRPr>
                <a:solidFill>
                  <a:srgbClr val="8B8B8D"/>
                </a:solidFill>
              </a:defRPr>
            </a:lvl5pPr>
            <a:lvl6pPr lvl="5" algn="ctr">
              <a:spcBef>
                <a:spcPts val="195"/>
              </a:spcBef>
              <a:spcAft>
                <a:spcPts val="0"/>
              </a:spcAft>
              <a:buSzPts val="975"/>
              <a:buNone/>
              <a:defRPr>
                <a:solidFill>
                  <a:srgbClr val="8B8B8D"/>
                </a:solidFill>
              </a:defRPr>
            </a:lvl6pPr>
            <a:lvl7pPr lvl="6" algn="ctr">
              <a:spcBef>
                <a:spcPts val="195"/>
              </a:spcBef>
              <a:spcAft>
                <a:spcPts val="0"/>
              </a:spcAft>
              <a:buSzPts val="975"/>
              <a:buNone/>
              <a:defRPr>
                <a:solidFill>
                  <a:srgbClr val="8B8B8D"/>
                </a:solidFill>
              </a:defRPr>
            </a:lvl7pPr>
            <a:lvl8pPr lvl="7" algn="ctr">
              <a:spcBef>
                <a:spcPts val="195"/>
              </a:spcBef>
              <a:spcAft>
                <a:spcPts val="0"/>
              </a:spcAft>
              <a:buSzPts val="975"/>
              <a:buNone/>
              <a:defRPr>
                <a:solidFill>
                  <a:srgbClr val="8B8B8D"/>
                </a:solidFill>
              </a:defRPr>
            </a:lvl8pPr>
            <a:lvl9pPr lvl="8" algn="ctr">
              <a:spcBef>
                <a:spcPts val="195"/>
              </a:spcBef>
              <a:spcAft>
                <a:spcPts val="0"/>
              </a:spcAft>
              <a:buSzPts val="975"/>
              <a:buNone/>
              <a:defRPr>
                <a:solidFill>
                  <a:srgbClr val="8B8B8D"/>
                </a:solidFill>
              </a:defRPr>
            </a:lvl9pPr>
          </a:lstStyle>
          <a:p/>
        </p:txBody>
      </p:sp>
      <p:sp>
        <p:nvSpPr>
          <p:cNvPr id="107" name="Google Shape;107;p66"/>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66"/>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6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10" name="Google Shape;110;p66"/>
          <p:cNvCxnSpPr/>
          <p:nvPr/>
        </p:nvCxnSpPr>
        <p:spPr>
          <a:xfrm>
            <a:off x="685800" y="3398520"/>
            <a:ext cx="784860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cabezado de sección" type="secHead">
  <p:cSld name="SECTION_HEADER">
    <p:bg>
      <p:bgPr>
        <a:solidFill>
          <a:schemeClr val="dk2"/>
        </a:solidFill>
      </p:bgPr>
    </p:bg>
    <p:spTree>
      <p:nvGrpSpPr>
        <p:cNvPr id="111" name="Shape 111"/>
        <p:cNvGrpSpPr/>
        <p:nvPr/>
      </p:nvGrpSpPr>
      <p:grpSpPr>
        <a:xfrm>
          <a:off x="0" y="0"/>
          <a:ext cx="0" cy="0"/>
          <a:chOff x="0" y="0"/>
          <a:chExt cx="0" cy="0"/>
        </a:xfrm>
      </p:grpSpPr>
      <p:sp>
        <p:nvSpPr>
          <p:cNvPr id="112" name="Google Shape;112;p67"/>
          <p:cNvSpPr txBox="1"/>
          <p:nvPr>
            <p:ph type="title"/>
          </p:nvPr>
        </p:nvSpPr>
        <p:spPr>
          <a:xfrm>
            <a:off x="722313" y="2362201"/>
            <a:ext cx="7772400" cy="2200275"/>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lt2"/>
              </a:buClr>
              <a:buSzPts val="3600"/>
              <a:buFont typeface="Arial"/>
              <a:buNone/>
              <a:defRPr b="0" sz="36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3" name="Google Shape;113;p67"/>
          <p:cNvSpPr txBox="1"/>
          <p:nvPr>
            <p:ph idx="1" type="body"/>
          </p:nvPr>
        </p:nvSpPr>
        <p:spPr>
          <a:xfrm>
            <a:off x="722313" y="4626866"/>
            <a:ext cx="7772400" cy="1500187"/>
          </a:xfrm>
          <a:prstGeom prst="rect">
            <a:avLst/>
          </a:prstGeom>
          <a:noFill/>
          <a:ln>
            <a:noFill/>
          </a:ln>
        </p:spPr>
        <p:txBody>
          <a:bodyPr anchorCtr="0" anchor="t" bIns="45700" lIns="91425" spcFirstLastPara="1" rIns="91425" wrap="square" tIns="45700">
            <a:normAutofit/>
          </a:bodyPr>
          <a:lstStyle>
            <a:lvl1pPr indent="-228600" lvl="0" marL="457200" algn="l">
              <a:spcBef>
                <a:spcPts val="360"/>
              </a:spcBef>
              <a:spcAft>
                <a:spcPts val="0"/>
              </a:spcAft>
              <a:buSzPts val="1530"/>
              <a:buNone/>
              <a:defRPr sz="1800">
                <a:solidFill>
                  <a:schemeClr val="lt2"/>
                </a:solidFill>
              </a:defRPr>
            </a:lvl1pPr>
            <a:lvl2pPr indent="-228600" lvl="1" marL="914400" algn="l">
              <a:spcBef>
                <a:spcPts val="270"/>
              </a:spcBef>
              <a:spcAft>
                <a:spcPts val="0"/>
              </a:spcAft>
              <a:buSzPts val="1148"/>
              <a:buNone/>
              <a:defRPr sz="1350">
                <a:solidFill>
                  <a:schemeClr val="lt1"/>
                </a:solidFill>
              </a:defRPr>
            </a:lvl2pPr>
            <a:lvl3pPr indent="-228600" lvl="2" marL="1371600" algn="l">
              <a:spcBef>
                <a:spcPts val="240"/>
              </a:spcBef>
              <a:spcAft>
                <a:spcPts val="0"/>
              </a:spcAft>
              <a:buSzPts val="1080"/>
              <a:buNone/>
              <a:defRPr sz="1200">
                <a:solidFill>
                  <a:schemeClr val="lt1"/>
                </a:solidFill>
              </a:defRPr>
            </a:lvl3pPr>
            <a:lvl4pPr indent="-228600" lvl="3" marL="1828800" algn="l">
              <a:spcBef>
                <a:spcPts val="210"/>
              </a:spcBef>
              <a:spcAft>
                <a:spcPts val="0"/>
              </a:spcAft>
              <a:buSzPts val="1050"/>
              <a:buNone/>
              <a:defRPr sz="1050">
                <a:solidFill>
                  <a:schemeClr val="lt1"/>
                </a:solidFill>
              </a:defRPr>
            </a:lvl4pPr>
            <a:lvl5pPr indent="-228600" lvl="4" marL="2286000" algn="l">
              <a:spcBef>
                <a:spcPts val="210"/>
              </a:spcBef>
              <a:spcAft>
                <a:spcPts val="0"/>
              </a:spcAft>
              <a:buSzPts val="1050"/>
              <a:buNone/>
              <a:defRPr sz="1050">
                <a:solidFill>
                  <a:schemeClr val="lt1"/>
                </a:solidFill>
              </a:defRPr>
            </a:lvl5pPr>
            <a:lvl6pPr indent="-228600" lvl="5" marL="2743200" algn="l">
              <a:spcBef>
                <a:spcPts val="210"/>
              </a:spcBef>
              <a:spcAft>
                <a:spcPts val="0"/>
              </a:spcAft>
              <a:buSzPts val="1050"/>
              <a:buNone/>
              <a:defRPr sz="1050">
                <a:solidFill>
                  <a:schemeClr val="lt1"/>
                </a:solidFill>
              </a:defRPr>
            </a:lvl6pPr>
            <a:lvl7pPr indent="-228600" lvl="6" marL="3200400" algn="l">
              <a:spcBef>
                <a:spcPts val="210"/>
              </a:spcBef>
              <a:spcAft>
                <a:spcPts val="0"/>
              </a:spcAft>
              <a:buSzPts val="1050"/>
              <a:buNone/>
              <a:defRPr sz="1050">
                <a:solidFill>
                  <a:schemeClr val="lt1"/>
                </a:solidFill>
              </a:defRPr>
            </a:lvl7pPr>
            <a:lvl8pPr indent="-228600" lvl="7" marL="3657600" algn="l">
              <a:spcBef>
                <a:spcPts val="210"/>
              </a:spcBef>
              <a:spcAft>
                <a:spcPts val="0"/>
              </a:spcAft>
              <a:buSzPts val="1050"/>
              <a:buNone/>
              <a:defRPr sz="1050">
                <a:solidFill>
                  <a:schemeClr val="lt1"/>
                </a:solidFill>
              </a:defRPr>
            </a:lvl8pPr>
            <a:lvl9pPr indent="-228600" lvl="8" marL="4114800" algn="l">
              <a:spcBef>
                <a:spcPts val="210"/>
              </a:spcBef>
              <a:spcAft>
                <a:spcPts val="0"/>
              </a:spcAft>
              <a:buSzPts val="1050"/>
              <a:buNone/>
              <a:defRPr sz="1050">
                <a:solidFill>
                  <a:schemeClr val="lt1"/>
                </a:solidFill>
              </a:defRPr>
            </a:lvl9pPr>
          </a:lstStyle>
          <a:p/>
        </p:txBody>
      </p:sp>
      <p:sp>
        <p:nvSpPr>
          <p:cNvPr id="114" name="Google Shape;114;p67"/>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67"/>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6" name="Google Shape;116;p6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17" name="Google Shape;117;p67"/>
          <p:cNvCxnSpPr/>
          <p:nvPr/>
        </p:nvCxnSpPr>
        <p:spPr>
          <a:xfrm>
            <a:off x="731520" y="4599432"/>
            <a:ext cx="7848600" cy="1588"/>
          </a:xfrm>
          <a:prstGeom prst="straightConnector1">
            <a:avLst/>
          </a:prstGeom>
          <a:noFill/>
          <a:ln cap="flat" cmpd="sng" w="19050">
            <a:solidFill>
              <a:schemeClr val="lt2"/>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Dos objetos" type="twoObj">
  <p:cSld name="TWO_OBJECTS">
    <p:spTree>
      <p:nvGrpSpPr>
        <p:cNvPr id="118" name="Shape 118"/>
        <p:cNvGrpSpPr/>
        <p:nvPr/>
      </p:nvGrpSpPr>
      <p:grpSpPr>
        <a:xfrm>
          <a:off x="0" y="0"/>
          <a:ext cx="0" cy="0"/>
          <a:chOff x="0" y="0"/>
          <a:chExt cx="0" cy="0"/>
        </a:xfrm>
      </p:grpSpPr>
      <p:sp>
        <p:nvSpPr>
          <p:cNvPr id="119" name="Google Shape;119;p68"/>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0" name="Google Shape;120;p68"/>
          <p:cNvSpPr txBox="1"/>
          <p:nvPr>
            <p:ph idx="1" type="body"/>
          </p:nvPr>
        </p:nvSpPr>
        <p:spPr>
          <a:xfrm>
            <a:off x="457200" y="1673352"/>
            <a:ext cx="4038600" cy="4718304"/>
          </a:xfrm>
          <a:prstGeom prst="rect">
            <a:avLst/>
          </a:prstGeom>
          <a:noFill/>
          <a:ln>
            <a:noFill/>
          </a:ln>
        </p:spPr>
        <p:txBody>
          <a:bodyPr anchorCtr="0" anchor="t" bIns="45700" lIns="91425" spcFirstLastPara="1" rIns="91425" wrap="square" tIns="45700">
            <a:normAutofit/>
          </a:bodyPr>
          <a:lstStyle>
            <a:lvl1pPr indent="-341947" lvl="0" marL="457200" algn="l">
              <a:spcBef>
                <a:spcPts val="420"/>
              </a:spcBef>
              <a:spcAft>
                <a:spcPts val="0"/>
              </a:spcAft>
              <a:buSzPts val="1785"/>
              <a:buChar char="•"/>
              <a:defRPr sz="2100"/>
            </a:lvl1pPr>
            <a:lvl2pPr indent="-325755" lvl="1" marL="914400" algn="l">
              <a:spcBef>
                <a:spcPts val="360"/>
              </a:spcBef>
              <a:spcAft>
                <a:spcPts val="0"/>
              </a:spcAft>
              <a:buSzPts val="1530"/>
              <a:buChar char="•"/>
              <a:defRPr sz="1800"/>
            </a:lvl2pPr>
            <a:lvl3pPr indent="-314325" lvl="2" marL="1371600" algn="l">
              <a:spcBef>
                <a:spcPts val="300"/>
              </a:spcBef>
              <a:spcAft>
                <a:spcPts val="0"/>
              </a:spcAft>
              <a:buSzPts val="1350"/>
              <a:buChar char="•"/>
              <a:defRPr sz="1500"/>
            </a:lvl3pPr>
            <a:lvl4pPr indent="-314325" lvl="3" marL="1828800" algn="l">
              <a:spcBef>
                <a:spcPts val="270"/>
              </a:spcBef>
              <a:spcAft>
                <a:spcPts val="0"/>
              </a:spcAft>
              <a:buSzPts val="1350"/>
              <a:buChar char="•"/>
              <a:defRPr sz="1350"/>
            </a:lvl4pPr>
            <a:lvl5pPr indent="-314325" lvl="4" marL="2286000" algn="l">
              <a:spcBef>
                <a:spcPts val="270"/>
              </a:spcBef>
              <a:spcAft>
                <a:spcPts val="0"/>
              </a:spcAft>
              <a:buSzPts val="1350"/>
              <a:buChar char="•"/>
              <a:defRPr sz="1350"/>
            </a:lvl5pPr>
            <a:lvl6pPr indent="-314325" lvl="5" marL="2743200" algn="l">
              <a:spcBef>
                <a:spcPts val="270"/>
              </a:spcBef>
              <a:spcAft>
                <a:spcPts val="0"/>
              </a:spcAft>
              <a:buSzPts val="1350"/>
              <a:buChar char="•"/>
              <a:defRPr sz="1350"/>
            </a:lvl6pPr>
            <a:lvl7pPr indent="-314325" lvl="6" marL="3200400" algn="l">
              <a:spcBef>
                <a:spcPts val="270"/>
              </a:spcBef>
              <a:spcAft>
                <a:spcPts val="0"/>
              </a:spcAft>
              <a:buSzPts val="1350"/>
              <a:buChar char="•"/>
              <a:defRPr sz="1350"/>
            </a:lvl7pPr>
            <a:lvl8pPr indent="-314325" lvl="7" marL="3657600" algn="l">
              <a:spcBef>
                <a:spcPts val="270"/>
              </a:spcBef>
              <a:spcAft>
                <a:spcPts val="0"/>
              </a:spcAft>
              <a:buSzPts val="1350"/>
              <a:buChar char="•"/>
              <a:defRPr sz="1350"/>
            </a:lvl8pPr>
            <a:lvl9pPr indent="-314325" lvl="8" marL="4114800" algn="l">
              <a:spcBef>
                <a:spcPts val="270"/>
              </a:spcBef>
              <a:spcAft>
                <a:spcPts val="0"/>
              </a:spcAft>
              <a:buSzPts val="1350"/>
              <a:buChar char="•"/>
              <a:defRPr sz="1350"/>
            </a:lvl9pPr>
          </a:lstStyle>
          <a:p/>
        </p:txBody>
      </p:sp>
      <p:sp>
        <p:nvSpPr>
          <p:cNvPr id="121" name="Google Shape;121;p68"/>
          <p:cNvSpPr txBox="1"/>
          <p:nvPr>
            <p:ph idx="2" type="body"/>
          </p:nvPr>
        </p:nvSpPr>
        <p:spPr>
          <a:xfrm>
            <a:off x="4648200" y="1673352"/>
            <a:ext cx="4038600" cy="4718304"/>
          </a:xfrm>
          <a:prstGeom prst="rect">
            <a:avLst/>
          </a:prstGeom>
          <a:noFill/>
          <a:ln>
            <a:noFill/>
          </a:ln>
        </p:spPr>
        <p:txBody>
          <a:bodyPr anchorCtr="0" anchor="t" bIns="45700" lIns="91425" spcFirstLastPara="1" rIns="91425" wrap="square" tIns="45700">
            <a:normAutofit/>
          </a:bodyPr>
          <a:lstStyle>
            <a:lvl1pPr indent="-341947" lvl="0" marL="457200" algn="l">
              <a:spcBef>
                <a:spcPts val="420"/>
              </a:spcBef>
              <a:spcAft>
                <a:spcPts val="0"/>
              </a:spcAft>
              <a:buSzPts val="1785"/>
              <a:buChar char="•"/>
              <a:defRPr sz="2100"/>
            </a:lvl1pPr>
            <a:lvl2pPr indent="-325755" lvl="1" marL="914400" algn="l">
              <a:spcBef>
                <a:spcPts val="360"/>
              </a:spcBef>
              <a:spcAft>
                <a:spcPts val="0"/>
              </a:spcAft>
              <a:buSzPts val="1530"/>
              <a:buChar char="•"/>
              <a:defRPr sz="1800"/>
            </a:lvl2pPr>
            <a:lvl3pPr indent="-314325" lvl="2" marL="1371600" algn="l">
              <a:spcBef>
                <a:spcPts val="300"/>
              </a:spcBef>
              <a:spcAft>
                <a:spcPts val="0"/>
              </a:spcAft>
              <a:buSzPts val="1350"/>
              <a:buChar char="•"/>
              <a:defRPr sz="1500"/>
            </a:lvl3pPr>
            <a:lvl4pPr indent="-314325" lvl="3" marL="1828800" algn="l">
              <a:spcBef>
                <a:spcPts val="270"/>
              </a:spcBef>
              <a:spcAft>
                <a:spcPts val="0"/>
              </a:spcAft>
              <a:buSzPts val="1350"/>
              <a:buChar char="•"/>
              <a:defRPr sz="1350"/>
            </a:lvl4pPr>
            <a:lvl5pPr indent="-314325" lvl="4" marL="2286000" algn="l">
              <a:spcBef>
                <a:spcPts val="270"/>
              </a:spcBef>
              <a:spcAft>
                <a:spcPts val="0"/>
              </a:spcAft>
              <a:buSzPts val="1350"/>
              <a:buChar char="•"/>
              <a:defRPr sz="1350"/>
            </a:lvl5pPr>
            <a:lvl6pPr indent="-314325" lvl="5" marL="2743200" algn="l">
              <a:spcBef>
                <a:spcPts val="270"/>
              </a:spcBef>
              <a:spcAft>
                <a:spcPts val="0"/>
              </a:spcAft>
              <a:buSzPts val="1350"/>
              <a:buChar char="•"/>
              <a:defRPr sz="1350"/>
            </a:lvl6pPr>
            <a:lvl7pPr indent="-314325" lvl="6" marL="3200400" algn="l">
              <a:spcBef>
                <a:spcPts val="270"/>
              </a:spcBef>
              <a:spcAft>
                <a:spcPts val="0"/>
              </a:spcAft>
              <a:buSzPts val="1350"/>
              <a:buChar char="•"/>
              <a:defRPr sz="1350"/>
            </a:lvl7pPr>
            <a:lvl8pPr indent="-314325" lvl="7" marL="3657600" algn="l">
              <a:spcBef>
                <a:spcPts val="270"/>
              </a:spcBef>
              <a:spcAft>
                <a:spcPts val="0"/>
              </a:spcAft>
              <a:buSzPts val="1350"/>
              <a:buChar char="•"/>
              <a:defRPr sz="1350"/>
            </a:lvl8pPr>
            <a:lvl9pPr indent="-314325" lvl="8" marL="4114800" algn="l">
              <a:spcBef>
                <a:spcPts val="270"/>
              </a:spcBef>
              <a:spcAft>
                <a:spcPts val="0"/>
              </a:spcAft>
              <a:buSzPts val="1350"/>
              <a:buChar char="•"/>
              <a:defRPr sz="1350"/>
            </a:lvl9pPr>
          </a:lstStyle>
          <a:p/>
        </p:txBody>
      </p:sp>
      <p:sp>
        <p:nvSpPr>
          <p:cNvPr id="122" name="Google Shape;122;p68"/>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68"/>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6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mparación" type="twoTxTwoObj">
  <p:cSld name="TWO_OBJECTS_WITH_TEXT">
    <p:spTree>
      <p:nvGrpSpPr>
        <p:cNvPr id="125" name="Shape 125"/>
        <p:cNvGrpSpPr/>
        <p:nvPr/>
      </p:nvGrpSpPr>
      <p:grpSpPr>
        <a:xfrm>
          <a:off x="0" y="0"/>
          <a:ext cx="0" cy="0"/>
          <a:chOff x="0" y="0"/>
          <a:chExt cx="0" cy="0"/>
        </a:xfrm>
      </p:grpSpPr>
      <p:sp>
        <p:nvSpPr>
          <p:cNvPr id="126" name="Google Shape;126;p69"/>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3000"/>
              <a:buFont typeface="Arial"/>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7" name="Google Shape;127;p69"/>
          <p:cNvSpPr txBox="1"/>
          <p:nvPr>
            <p:ph idx="1" type="body"/>
          </p:nvPr>
        </p:nvSpPr>
        <p:spPr>
          <a:xfrm>
            <a:off x="45720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300"/>
              </a:spcBef>
              <a:spcAft>
                <a:spcPts val="0"/>
              </a:spcAft>
              <a:buSzPts val="1275"/>
              <a:buNone/>
              <a:defRPr b="0" sz="1500">
                <a:solidFill>
                  <a:schemeClr val="dk2"/>
                </a:solidFill>
              </a:defRPr>
            </a:lvl1pPr>
            <a:lvl2pPr indent="-228600" lvl="1" marL="914400" algn="l">
              <a:spcBef>
                <a:spcPts val="300"/>
              </a:spcBef>
              <a:spcAft>
                <a:spcPts val="0"/>
              </a:spcAft>
              <a:buSzPts val="1275"/>
              <a:buNone/>
              <a:defRPr b="1" sz="1500"/>
            </a:lvl2pPr>
            <a:lvl3pPr indent="-228600" lvl="2" marL="1371600" algn="l">
              <a:spcBef>
                <a:spcPts val="270"/>
              </a:spcBef>
              <a:spcAft>
                <a:spcPts val="0"/>
              </a:spcAft>
              <a:buSzPts val="1215"/>
              <a:buNone/>
              <a:defRPr b="1" sz="1350"/>
            </a:lvl3pPr>
            <a:lvl4pPr indent="-228600" lvl="3" marL="1828800" algn="l">
              <a:spcBef>
                <a:spcPts val="240"/>
              </a:spcBef>
              <a:spcAft>
                <a:spcPts val="0"/>
              </a:spcAft>
              <a:buSzPts val="1200"/>
              <a:buNone/>
              <a:defRPr b="1" sz="1200"/>
            </a:lvl4pPr>
            <a:lvl5pPr indent="-228600" lvl="4" marL="2286000" algn="l">
              <a:spcBef>
                <a:spcPts val="240"/>
              </a:spcBef>
              <a:spcAft>
                <a:spcPts val="0"/>
              </a:spcAft>
              <a:buSzPts val="1200"/>
              <a:buNone/>
              <a:defRPr b="1" sz="1200"/>
            </a:lvl5pPr>
            <a:lvl6pPr indent="-228600" lvl="5" marL="2743200" algn="l">
              <a:spcBef>
                <a:spcPts val="240"/>
              </a:spcBef>
              <a:spcAft>
                <a:spcPts val="0"/>
              </a:spcAft>
              <a:buSzPts val="1200"/>
              <a:buNone/>
              <a:defRPr b="1" sz="1200"/>
            </a:lvl6pPr>
            <a:lvl7pPr indent="-228600" lvl="6" marL="3200400" algn="l">
              <a:spcBef>
                <a:spcPts val="240"/>
              </a:spcBef>
              <a:spcAft>
                <a:spcPts val="0"/>
              </a:spcAft>
              <a:buSzPts val="1200"/>
              <a:buNone/>
              <a:defRPr b="1" sz="1200"/>
            </a:lvl7pPr>
            <a:lvl8pPr indent="-228600" lvl="7" marL="3657600" algn="l">
              <a:spcBef>
                <a:spcPts val="240"/>
              </a:spcBef>
              <a:spcAft>
                <a:spcPts val="0"/>
              </a:spcAft>
              <a:buSzPts val="1200"/>
              <a:buNone/>
              <a:defRPr b="1" sz="1200"/>
            </a:lvl8pPr>
            <a:lvl9pPr indent="-228600" lvl="8" marL="4114800" algn="l">
              <a:spcBef>
                <a:spcPts val="240"/>
              </a:spcBef>
              <a:spcAft>
                <a:spcPts val="0"/>
              </a:spcAft>
              <a:buSzPts val="1200"/>
              <a:buNone/>
              <a:defRPr b="1" sz="1200"/>
            </a:lvl9pPr>
          </a:lstStyle>
          <a:p/>
        </p:txBody>
      </p:sp>
      <p:sp>
        <p:nvSpPr>
          <p:cNvPr id="128" name="Google Shape;128;p69"/>
          <p:cNvSpPr txBox="1"/>
          <p:nvPr>
            <p:ph idx="2" type="body"/>
          </p:nvPr>
        </p:nvSpPr>
        <p:spPr>
          <a:xfrm>
            <a:off x="457200" y="2438400"/>
            <a:ext cx="3931920" cy="3951288"/>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sz="1800"/>
            </a:lvl1pPr>
            <a:lvl2pPr indent="-309562" lvl="1" marL="914400" algn="l">
              <a:spcBef>
                <a:spcPts val="300"/>
              </a:spcBef>
              <a:spcAft>
                <a:spcPts val="0"/>
              </a:spcAft>
              <a:buSzPts val="1275"/>
              <a:buChar char="•"/>
              <a:defRPr sz="1500"/>
            </a:lvl2pPr>
            <a:lvl3pPr indent="-305752" lvl="2" marL="1371600" algn="l">
              <a:spcBef>
                <a:spcPts val="270"/>
              </a:spcBef>
              <a:spcAft>
                <a:spcPts val="0"/>
              </a:spcAft>
              <a:buSzPts val="1215"/>
              <a:buChar char="•"/>
              <a:defRPr sz="1350"/>
            </a:lvl3pPr>
            <a:lvl4pPr indent="-304800" lvl="3" marL="1828800" algn="l">
              <a:spcBef>
                <a:spcPts val="240"/>
              </a:spcBef>
              <a:spcAft>
                <a:spcPts val="0"/>
              </a:spcAft>
              <a:buSzPts val="1200"/>
              <a:buChar char="•"/>
              <a:defRPr sz="1200"/>
            </a:lvl4pPr>
            <a:lvl5pPr indent="-304800" lvl="4" marL="2286000" algn="l">
              <a:spcBef>
                <a:spcPts val="240"/>
              </a:spcBef>
              <a:spcAft>
                <a:spcPts val="0"/>
              </a:spcAft>
              <a:buSzPts val="1200"/>
              <a:buChar char="•"/>
              <a:defRPr sz="1200"/>
            </a:lvl5pPr>
            <a:lvl6pPr indent="-304800" lvl="5" marL="2743200" algn="l">
              <a:spcBef>
                <a:spcPts val="240"/>
              </a:spcBef>
              <a:spcAft>
                <a:spcPts val="0"/>
              </a:spcAft>
              <a:buSzPts val="1200"/>
              <a:buChar char="•"/>
              <a:defRPr sz="1200"/>
            </a:lvl6pPr>
            <a:lvl7pPr indent="-304800" lvl="6" marL="3200400" algn="l">
              <a:spcBef>
                <a:spcPts val="240"/>
              </a:spcBef>
              <a:spcAft>
                <a:spcPts val="0"/>
              </a:spcAft>
              <a:buSzPts val="1200"/>
              <a:buChar char="•"/>
              <a:defRPr sz="1200"/>
            </a:lvl7pPr>
            <a:lvl8pPr indent="-304800" lvl="7" marL="3657600" algn="l">
              <a:spcBef>
                <a:spcPts val="240"/>
              </a:spcBef>
              <a:spcAft>
                <a:spcPts val="0"/>
              </a:spcAft>
              <a:buSzPts val="1200"/>
              <a:buChar char="•"/>
              <a:defRPr sz="1200"/>
            </a:lvl8pPr>
            <a:lvl9pPr indent="-304800" lvl="8" marL="4114800" algn="l">
              <a:spcBef>
                <a:spcPts val="240"/>
              </a:spcBef>
              <a:spcAft>
                <a:spcPts val="0"/>
              </a:spcAft>
              <a:buSzPts val="1200"/>
              <a:buChar char="•"/>
              <a:defRPr sz="1200"/>
            </a:lvl9pPr>
          </a:lstStyle>
          <a:p/>
        </p:txBody>
      </p:sp>
      <p:sp>
        <p:nvSpPr>
          <p:cNvPr id="129" name="Google Shape;129;p69"/>
          <p:cNvSpPr txBox="1"/>
          <p:nvPr>
            <p:ph idx="3" type="body"/>
          </p:nvPr>
        </p:nvSpPr>
        <p:spPr>
          <a:xfrm>
            <a:off x="4754880" y="1676400"/>
            <a:ext cx="3931920" cy="639762"/>
          </a:xfrm>
          <a:prstGeom prst="rect">
            <a:avLst/>
          </a:prstGeom>
          <a:noFill/>
          <a:ln>
            <a:noFill/>
          </a:ln>
        </p:spPr>
        <p:txBody>
          <a:bodyPr anchorCtr="0" anchor="ctr" bIns="45700" lIns="91425" spcFirstLastPara="1" rIns="91425" wrap="square" tIns="45700">
            <a:normAutofit/>
          </a:bodyPr>
          <a:lstStyle>
            <a:lvl1pPr indent="-228600" lvl="0" marL="457200" algn="ctr">
              <a:spcBef>
                <a:spcPts val="300"/>
              </a:spcBef>
              <a:spcAft>
                <a:spcPts val="0"/>
              </a:spcAft>
              <a:buSzPts val="1275"/>
              <a:buNone/>
              <a:defRPr b="0" sz="1500">
                <a:solidFill>
                  <a:schemeClr val="dk2"/>
                </a:solidFill>
                <a:latin typeface="Arial"/>
                <a:ea typeface="Arial"/>
                <a:cs typeface="Arial"/>
                <a:sym typeface="Arial"/>
              </a:defRPr>
            </a:lvl1pPr>
            <a:lvl2pPr indent="-228600" lvl="1" marL="914400" algn="l">
              <a:spcBef>
                <a:spcPts val="300"/>
              </a:spcBef>
              <a:spcAft>
                <a:spcPts val="0"/>
              </a:spcAft>
              <a:buSzPts val="1275"/>
              <a:buNone/>
              <a:defRPr b="1" sz="1500"/>
            </a:lvl2pPr>
            <a:lvl3pPr indent="-228600" lvl="2" marL="1371600" algn="l">
              <a:spcBef>
                <a:spcPts val="270"/>
              </a:spcBef>
              <a:spcAft>
                <a:spcPts val="0"/>
              </a:spcAft>
              <a:buSzPts val="1215"/>
              <a:buNone/>
              <a:defRPr b="1" sz="1350"/>
            </a:lvl3pPr>
            <a:lvl4pPr indent="-228600" lvl="3" marL="1828800" algn="l">
              <a:spcBef>
                <a:spcPts val="240"/>
              </a:spcBef>
              <a:spcAft>
                <a:spcPts val="0"/>
              </a:spcAft>
              <a:buSzPts val="1200"/>
              <a:buNone/>
              <a:defRPr b="1" sz="1200"/>
            </a:lvl4pPr>
            <a:lvl5pPr indent="-228600" lvl="4" marL="2286000" algn="l">
              <a:spcBef>
                <a:spcPts val="240"/>
              </a:spcBef>
              <a:spcAft>
                <a:spcPts val="0"/>
              </a:spcAft>
              <a:buSzPts val="1200"/>
              <a:buNone/>
              <a:defRPr b="1" sz="1200"/>
            </a:lvl5pPr>
            <a:lvl6pPr indent="-228600" lvl="5" marL="2743200" algn="l">
              <a:spcBef>
                <a:spcPts val="240"/>
              </a:spcBef>
              <a:spcAft>
                <a:spcPts val="0"/>
              </a:spcAft>
              <a:buSzPts val="1200"/>
              <a:buNone/>
              <a:defRPr b="1" sz="1200"/>
            </a:lvl6pPr>
            <a:lvl7pPr indent="-228600" lvl="6" marL="3200400" algn="l">
              <a:spcBef>
                <a:spcPts val="240"/>
              </a:spcBef>
              <a:spcAft>
                <a:spcPts val="0"/>
              </a:spcAft>
              <a:buSzPts val="1200"/>
              <a:buNone/>
              <a:defRPr b="1" sz="1200"/>
            </a:lvl7pPr>
            <a:lvl8pPr indent="-228600" lvl="7" marL="3657600" algn="l">
              <a:spcBef>
                <a:spcPts val="240"/>
              </a:spcBef>
              <a:spcAft>
                <a:spcPts val="0"/>
              </a:spcAft>
              <a:buSzPts val="1200"/>
              <a:buNone/>
              <a:defRPr b="1" sz="1200"/>
            </a:lvl8pPr>
            <a:lvl9pPr indent="-228600" lvl="8" marL="4114800" algn="l">
              <a:spcBef>
                <a:spcPts val="240"/>
              </a:spcBef>
              <a:spcAft>
                <a:spcPts val="0"/>
              </a:spcAft>
              <a:buSzPts val="1200"/>
              <a:buNone/>
              <a:defRPr b="1" sz="1200"/>
            </a:lvl9pPr>
          </a:lstStyle>
          <a:p/>
        </p:txBody>
      </p:sp>
      <p:sp>
        <p:nvSpPr>
          <p:cNvPr id="130" name="Google Shape;130;p69"/>
          <p:cNvSpPr txBox="1"/>
          <p:nvPr>
            <p:ph idx="4" type="body"/>
          </p:nvPr>
        </p:nvSpPr>
        <p:spPr>
          <a:xfrm>
            <a:off x="4754880" y="2438400"/>
            <a:ext cx="3931920" cy="3951288"/>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sz="1800"/>
            </a:lvl1pPr>
            <a:lvl2pPr indent="-309562" lvl="1" marL="914400" algn="l">
              <a:spcBef>
                <a:spcPts val="300"/>
              </a:spcBef>
              <a:spcAft>
                <a:spcPts val="0"/>
              </a:spcAft>
              <a:buSzPts val="1275"/>
              <a:buChar char="•"/>
              <a:defRPr sz="1500"/>
            </a:lvl2pPr>
            <a:lvl3pPr indent="-305752" lvl="2" marL="1371600" algn="l">
              <a:spcBef>
                <a:spcPts val="270"/>
              </a:spcBef>
              <a:spcAft>
                <a:spcPts val="0"/>
              </a:spcAft>
              <a:buSzPts val="1215"/>
              <a:buChar char="•"/>
              <a:defRPr sz="1350"/>
            </a:lvl3pPr>
            <a:lvl4pPr indent="-304800" lvl="3" marL="1828800" algn="l">
              <a:spcBef>
                <a:spcPts val="240"/>
              </a:spcBef>
              <a:spcAft>
                <a:spcPts val="0"/>
              </a:spcAft>
              <a:buSzPts val="1200"/>
              <a:buChar char="•"/>
              <a:defRPr sz="1200"/>
            </a:lvl4pPr>
            <a:lvl5pPr indent="-304800" lvl="4" marL="2286000" algn="l">
              <a:spcBef>
                <a:spcPts val="240"/>
              </a:spcBef>
              <a:spcAft>
                <a:spcPts val="0"/>
              </a:spcAft>
              <a:buSzPts val="1200"/>
              <a:buChar char="•"/>
              <a:defRPr sz="1200"/>
            </a:lvl5pPr>
            <a:lvl6pPr indent="-304800" lvl="5" marL="2743200" algn="l">
              <a:spcBef>
                <a:spcPts val="240"/>
              </a:spcBef>
              <a:spcAft>
                <a:spcPts val="0"/>
              </a:spcAft>
              <a:buSzPts val="1200"/>
              <a:buChar char="•"/>
              <a:defRPr sz="1200"/>
            </a:lvl6pPr>
            <a:lvl7pPr indent="-304800" lvl="6" marL="3200400" algn="l">
              <a:spcBef>
                <a:spcPts val="240"/>
              </a:spcBef>
              <a:spcAft>
                <a:spcPts val="0"/>
              </a:spcAft>
              <a:buSzPts val="1200"/>
              <a:buChar char="•"/>
              <a:defRPr sz="1200"/>
            </a:lvl7pPr>
            <a:lvl8pPr indent="-304800" lvl="7" marL="3657600" algn="l">
              <a:spcBef>
                <a:spcPts val="240"/>
              </a:spcBef>
              <a:spcAft>
                <a:spcPts val="0"/>
              </a:spcAft>
              <a:buSzPts val="1200"/>
              <a:buChar char="•"/>
              <a:defRPr sz="1200"/>
            </a:lvl8pPr>
            <a:lvl9pPr indent="-304800" lvl="8" marL="4114800" algn="l">
              <a:spcBef>
                <a:spcPts val="240"/>
              </a:spcBef>
              <a:spcAft>
                <a:spcPts val="0"/>
              </a:spcAft>
              <a:buSzPts val="1200"/>
              <a:buChar char="•"/>
              <a:defRPr sz="1200"/>
            </a:lvl9pPr>
          </a:lstStyle>
          <a:p/>
        </p:txBody>
      </p:sp>
      <p:sp>
        <p:nvSpPr>
          <p:cNvPr id="131" name="Google Shape;131;p69"/>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2" name="Google Shape;132;p69"/>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3" name="Google Shape;133;p6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34" name="Google Shape;134;p69"/>
          <p:cNvCxnSpPr/>
          <p:nvPr/>
        </p:nvCxnSpPr>
        <p:spPr>
          <a:xfrm rot="5400000">
            <a:off x="2217817" y="4045824"/>
            <a:ext cx="4709160" cy="794"/>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ólo el título" type="titleOnly">
  <p:cSld name="TITLE_ONLY">
    <p:spTree>
      <p:nvGrpSpPr>
        <p:cNvPr id="135" name="Shape 135"/>
        <p:cNvGrpSpPr/>
        <p:nvPr/>
      </p:nvGrpSpPr>
      <p:grpSpPr>
        <a:xfrm>
          <a:off x="0" y="0"/>
          <a:ext cx="0" cy="0"/>
          <a:chOff x="0" y="0"/>
          <a:chExt cx="0" cy="0"/>
        </a:xfrm>
      </p:grpSpPr>
      <p:sp>
        <p:nvSpPr>
          <p:cNvPr id="136" name="Google Shape;136;p70"/>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7" name="Google Shape;137;p70"/>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8" name="Google Shape;138;p70"/>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9" name="Google Shape;139;p7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 blanco" type="blank">
  <p:cSld name="BLANK">
    <p:spTree>
      <p:nvGrpSpPr>
        <p:cNvPr id="140" name="Shape 140"/>
        <p:cNvGrpSpPr/>
        <p:nvPr/>
      </p:nvGrpSpPr>
      <p:grpSpPr>
        <a:xfrm>
          <a:off x="0" y="0"/>
          <a:ext cx="0" cy="0"/>
          <a:chOff x="0" y="0"/>
          <a:chExt cx="0" cy="0"/>
        </a:xfrm>
      </p:grpSpPr>
      <p:sp>
        <p:nvSpPr>
          <p:cNvPr id="141" name="Google Shape;141;p71"/>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p71"/>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7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ontenido con título" type="objTx">
  <p:cSld name="OBJECT_WITH_CAPTION_TEXT">
    <p:spTree>
      <p:nvGrpSpPr>
        <p:cNvPr id="144" name="Shape 144"/>
        <p:cNvGrpSpPr/>
        <p:nvPr/>
      </p:nvGrpSpPr>
      <p:grpSpPr>
        <a:xfrm>
          <a:off x="0" y="0"/>
          <a:ext cx="0" cy="0"/>
          <a:chOff x="0" y="0"/>
          <a:chExt cx="0" cy="0"/>
        </a:xfrm>
      </p:grpSpPr>
      <p:sp>
        <p:nvSpPr>
          <p:cNvPr id="145" name="Google Shape;145;p72"/>
          <p:cNvSpPr txBox="1"/>
          <p:nvPr>
            <p:ph type="title"/>
          </p:nvPr>
        </p:nvSpPr>
        <p:spPr>
          <a:xfrm>
            <a:off x="457200" y="792080"/>
            <a:ext cx="2139696" cy="1261872"/>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Clr>
                <a:schemeClr val="dk2"/>
              </a:buClr>
              <a:buSzPts val="1800"/>
              <a:buFont typeface="Arial"/>
              <a:buNone/>
              <a:defRPr b="0"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6" name="Google Shape;146;p72"/>
          <p:cNvSpPr txBox="1"/>
          <p:nvPr>
            <p:ph idx="1" type="body"/>
          </p:nvPr>
        </p:nvSpPr>
        <p:spPr>
          <a:xfrm>
            <a:off x="2971800" y="792080"/>
            <a:ext cx="5715000" cy="5577840"/>
          </a:xfrm>
          <a:prstGeom prst="rect">
            <a:avLst/>
          </a:prstGeom>
          <a:noFill/>
          <a:ln>
            <a:noFill/>
          </a:ln>
        </p:spPr>
        <p:txBody>
          <a:bodyPr anchorCtr="0" anchor="t" bIns="45700" lIns="91425" spcFirstLastPara="1" rIns="91425" wrap="square" tIns="45700">
            <a:normAutofit/>
          </a:bodyPr>
          <a:lstStyle>
            <a:lvl1pPr indent="-358140" lvl="0" marL="457200" algn="l">
              <a:spcBef>
                <a:spcPts val="480"/>
              </a:spcBef>
              <a:spcAft>
                <a:spcPts val="0"/>
              </a:spcAft>
              <a:buSzPts val="2040"/>
              <a:buChar char="•"/>
              <a:defRPr sz="2400"/>
            </a:lvl1pPr>
            <a:lvl2pPr indent="-341947" lvl="1" marL="914400" algn="l">
              <a:spcBef>
                <a:spcPts val="420"/>
              </a:spcBef>
              <a:spcAft>
                <a:spcPts val="0"/>
              </a:spcAft>
              <a:buSzPts val="1785"/>
              <a:buChar char="•"/>
              <a:defRPr sz="2100"/>
            </a:lvl2pPr>
            <a:lvl3pPr indent="-331469" lvl="2" marL="1371600" algn="l">
              <a:spcBef>
                <a:spcPts val="360"/>
              </a:spcBef>
              <a:spcAft>
                <a:spcPts val="0"/>
              </a:spcAft>
              <a:buSzPts val="1620"/>
              <a:buChar char="•"/>
              <a:defRPr sz="1800"/>
            </a:lvl3pPr>
            <a:lvl4pPr indent="-323850" lvl="3" marL="1828800" algn="l">
              <a:spcBef>
                <a:spcPts val="300"/>
              </a:spcBef>
              <a:spcAft>
                <a:spcPts val="0"/>
              </a:spcAft>
              <a:buSzPts val="1500"/>
              <a:buChar char="•"/>
              <a:defRPr sz="1500"/>
            </a:lvl4pPr>
            <a:lvl5pPr indent="-323850" lvl="4" marL="2286000" algn="l">
              <a:spcBef>
                <a:spcPts val="300"/>
              </a:spcBef>
              <a:spcAft>
                <a:spcPts val="0"/>
              </a:spcAft>
              <a:buSzPts val="1500"/>
              <a:buChar char="•"/>
              <a:defRPr sz="1500"/>
            </a:lvl5pPr>
            <a:lvl6pPr indent="-323850" lvl="5" marL="2743200" algn="l">
              <a:spcBef>
                <a:spcPts val="300"/>
              </a:spcBef>
              <a:spcAft>
                <a:spcPts val="0"/>
              </a:spcAft>
              <a:buSzPts val="1500"/>
              <a:buChar char="•"/>
              <a:defRPr sz="1500"/>
            </a:lvl6pPr>
            <a:lvl7pPr indent="-323850" lvl="6" marL="3200400" algn="l">
              <a:spcBef>
                <a:spcPts val="300"/>
              </a:spcBef>
              <a:spcAft>
                <a:spcPts val="0"/>
              </a:spcAft>
              <a:buSzPts val="1500"/>
              <a:buChar char="•"/>
              <a:defRPr sz="1500"/>
            </a:lvl7pPr>
            <a:lvl8pPr indent="-323850" lvl="7" marL="3657600" algn="l">
              <a:spcBef>
                <a:spcPts val="300"/>
              </a:spcBef>
              <a:spcAft>
                <a:spcPts val="0"/>
              </a:spcAft>
              <a:buSzPts val="1500"/>
              <a:buChar char="•"/>
              <a:defRPr sz="1500"/>
            </a:lvl8pPr>
            <a:lvl9pPr indent="-323850" lvl="8" marL="4114800" algn="l">
              <a:spcBef>
                <a:spcPts val="300"/>
              </a:spcBef>
              <a:spcAft>
                <a:spcPts val="0"/>
              </a:spcAft>
              <a:buSzPts val="1500"/>
              <a:buChar char="•"/>
              <a:defRPr sz="1500"/>
            </a:lvl9pPr>
          </a:lstStyle>
          <a:p/>
        </p:txBody>
      </p:sp>
      <p:sp>
        <p:nvSpPr>
          <p:cNvPr id="147" name="Google Shape;147;p72"/>
          <p:cNvSpPr txBox="1"/>
          <p:nvPr>
            <p:ph idx="2" type="body"/>
          </p:nvPr>
        </p:nvSpPr>
        <p:spPr>
          <a:xfrm>
            <a:off x="457201" y="2130554"/>
            <a:ext cx="2139696" cy="4243615"/>
          </a:xfrm>
          <a:prstGeom prst="rect">
            <a:avLst/>
          </a:prstGeom>
          <a:noFill/>
          <a:ln>
            <a:noFill/>
          </a:ln>
        </p:spPr>
        <p:txBody>
          <a:bodyPr anchorCtr="0" anchor="t" bIns="45700" lIns="91425" spcFirstLastPara="1" rIns="91425" wrap="square" tIns="45700">
            <a:normAutofit/>
          </a:bodyPr>
          <a:lstStyle>
            <a:lvl1pPr indent="-228600" lvl="0" marL="457200" algn="l">
              <a:spcBef>
                <a:spcPts val="210"/>
              </a:spcBef>
              <a:spcAft>
                <a:spcPts val="0"/>
              </a:spcAft>
              <a:buSzPts val="893"/>
              <a:buNone/>
              <a:defRPr sz="1050"/>
            </a:lvl1pPr>
            <a:lvl2pPr indent="-228600" lvl="1" marL="914400" algn="l">
              <a:spcBef>
                <a:spcPts val="180"/>
              </a:spcBef>
              <a:spcAft>
                <a:spcPts val="0"/>
              </a:spcAft>
              <a:buSzPts val="765"/>
              <a:buNone/>
              <a:defRPr sz="900"/>
            </a:lvl2pPr>
            <a:lvl3pPr indent="-228600" lvl="2" marL="1371600" algn="l">
              <a:spcBef>
                <a:spcPts val="150"/>
              </a:spcBef>
              <a:spcAft>
                <a:spcPts val="0"/>
              </a:spcAft>
              <a:buSzPts val="675"/>
              <a:buNone/>
              <a:defRPr sz="750"/>
            </a:lvl3pPr>
            <a:lvl4pPr indent="-228600" lvl="3" marL="1828800" algn="l">
              <a:spcBef>
                <a:spcPts val="135"/>
              </a:spcBef>
              <a:spcAft>
                <a:spcPts val="0"/>
              </a:spcAft>
              <a:buSzPts val="675"/>
              <a:buNone/>
              <a:defRPr sz="675"/>
            </a:lvl4pPr>
            <a:lvl5pPr indent="-228600" lvl="4" marL="2286000" algn="l">
              <a:spcBef>
                <a:spcPts val="135"/>
              </a:spcBef>
              <a:spcAft>
                <a:spcPts val="0"/>
              </a:spcAft>
              <a:buSzPts val="675"/>
              <a:buNone/>
              <a:defRPr sz="675"/>
            </a:lvl5pPr>
            <a:lvl6pPr indent="-228600" lvl="5" marL="2743200" algn="l">
              <a:spcBef>
                <a:spcPts val="135"/>
              </a:spcBef>
              <a:spcAft>
                <a:spcPts val="0"/>
              </a:spcAft>
              <a:buSzPts val="675"/>
              <a:buNone/>
              <a:defRPr sz="675"/>
            </a:lvl6pPr>
            <a:lvl7pPr indent="-228600" lvl="6" marL="3200400" algn="l">
              <a:spcBef>
                <a:spcPts val="135"/>
              </a:spcBef>
              <a:spcAft>
                <a:spcPts val="0"/>
              </a:spcAft>
              <a:buSzPts val="675"/>
              <a:buNone/>
              <a:defRPr sz="675"/>
            </a:lvl7pPr>
            <a:lvl8pPr indent="-228600" lvl="7" marL="3657600" algn="l">
              <a:spcBef>
                <a:spcPts val="135"/>
              </a:spcBef>
              <a:spcAft>
                <a:spcPts val="0"/>
              </a:spcAft>
              <a:buSzPts val="675"/>
              <a:buNone/>
              <a:defRPr sz="675"/>
            </a:lvl8pPr>
            <a:lvl9pPr indent="-228600" lvl="8" marL="4114800" algn="l">
              <a:spcBef>
                <a:spcPts val="135"/>
              </a:spcBef>
              <a:spcAft>
                <a:spcPts val="0"/>
              </a:spcAft>
              <a:buSzPts val="675"/>
              <a:buNone/>
              <a:defRPr sz="675"/>
            </a:lvl9pPr>
          </a:lstStyle>
          <a:p/>
        </p:txBody>
      </p:sp>
      <p:sp>
        <p:nvSpPr>
          <p:cNvPr id="148" name="Google Shape;148;p72"/>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9" name="Google Shape;149;p72"/>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7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cxnSp>
        <p:nvCxnSpPr>
          <p:cNvPr id="151" name="Google Shape;151;p72"/>
          <p:cNvCxnSpPr/>
          <p:nvPr/>
        </p:nvCxnSpPr>
        <p:spPr>
          <a:xfrm rot="5400000">
            <a:off x="-13116" y="3580207"/>
            <a:ext cx="5577840" cy="1588"/>
          </a:xfrm>
          <a:prstGeom prst="straightConnector1">
            <a:avLst/>
          </a:prstGeom>
          <a:noFill/>
          <a:ln cap="flat" cmpd="sng" w="19050">
            <a:solidFill>
              <a:schemeClr val="dk2"/>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Imagen con título" type="picTx">
  <p:cSld name="PICTURE_WITH_CAPTION_TEXT">
    <p:spTree>
      <p:nvGrpSpPr>
        <p:cNvPr id="152" name="Shape 152"/>
        <p:cNvGrpSpPr/>
        <p:nvPr/>
      </p:nvGrpSpPr>
      <p:grpSpPr>
        <a:xfrm>
          <a:off x="0" y="0"/>
          <a:ext cx="0" cy="0"/>
          <a:chOff x="0" y="0"/>
          <a:chExt cx="0" cy="0"/>
        </a:xfrm>
      </p:grpSpPr>
      <p:sp>
        <p:nvSpPr>
          <p:cNvPr id="153" name="Google Shape;153;p73"/>
          <p:cNvSpPr txBox="1"/>
          <p:nvPr>
            <p:ph type="title"/>
          </p:nvPr>
        </p:nvSpPr>
        <p:spPr>
          <a:xfrm>
            <a:off x="457201" y="792480"/>
            <a:ext cx="2142680" cy="126492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Font typeface="Arial"/>
              <a:buNone/>
              <a:defRPr b="0" sz="1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4" name="Google Shape;154;p73"/>
          <p:cNvSpPr/>
          <p:nvPr>
            <p:ph idx="2" type="pic"/>
          </p:nvPr>
        </p:nvSpPr>
        <p:spPr>
          <a:xfrm>
            <a:off x="2858610" y="838201"/>
            <a:ext cx="5904390" cy="5500456"/>
          </a:xfrm>
          <a:prstGeom prst="rect">
            <a:avLst/>
          </a:prstGeom>
          <a:solidFill>
            <a:schemeClr val="lt2"/>
          </a:solidFill>
          <a:ln cap="flat" cmpd="sng" w="76200">
            <a:solidFill>
              <a:srgbClr val="FFFFFF"/>
            </a:solidFill>
            <a:prstDash val="solid"/>
            <a:miter lim="800000"/>
            <a:headEnd len="sm" w="sm" type="none"/>
            <a:tailEnd len="sm" w="sm" type="none"/>
          </a:ln>
          <a:effectLst>
            <a:outerShdw blurRad="50800" rotWithShape="0" algn="t" dir="5400000" dist="12700">
              <a:srgbClr val="000000">
                <a:alpha val="58823"/>
              </a:srgbClr>
            </a:outerShdw>
          </a:effectLst>
        </p:spPr>
        <p:txBody>
          <a:bodyPr anchorCtr="0" anchor="t" bIns="45700" lIns="91425" spcFirstLastPara="1" rIns="91425" wrap="square" tIns="45700">
            <a:normAutofit/>
          </a:bodyPr>
          <a:lstStyle>
            <a:lvl1pPr lvl="0" marR="0" rtl="0" algn="l">
              <a:spcBef>
                <a:spcPts val="480"/>
              </a:spcBef>
              <a:spcAft>
                <a:spcPts val="0"/>
              </a:spcAft>
              <a:buClr>
                <a:schemeClr val="accent1"/>
              </a:buClr>
              <a:buSzPts val="2040"/>
              <a:buFont typeface="Arial"/>
              <a:buNone/>
              <a:defRPr b="0" i="0" sz="2400" u="none" cap="none" strike="noStrike">
                <a:solidFill>
                  <a:schemeClr val="dk1"/>
                </a:solidFill>
                <a:latin typeface="Arial"/>
                <a:ea typeface="Arial"/>
                <a:cs typeface="Arial"/>
                <a:sym typeface="Arial"/>
              </a:defRPr>
            </a:lvl1pPr>
            <a:lvl2pPr lvl="1" marR="0" rtl="0" algn="l">
              <a:spcBef>
                <a:spcPts val="420"/>
              </a:spcBef>
              <a:spcAft>
                <a:spcPts val="0"/>
              </a:spcAft>
              <a:buClr>
                <a:schemeClr val="accent1"/>
              </a:buClr>
              <a:buSzPts val="1785"/>
              <a:buFont typeface="Arial"/>
              <a:buNone/>
              <a:defRPr b="0" i="0" sz="2100" u="none" cap="none" strike="noStrike">
                <a:solidFill>
                  <a:schemeClr val="dk1"/>
                </a:solidFill>
                <a:latin typeface="Arial"/>
                <a:ea typeface="Arial"/>
                <a:cs typeface="Arial"/>
                <a:sym typeface="Arial"/>
              </a:defRPr>
            </a:lvl2pPr>
            <a:lvl3pPr lvl="2" marR="0" rtl="0" algn="l">
              <a:spcBef>
                <a:spcPts val="360"/>
              </a:spcBef>
              <a:spcAft>
                <a:spcPts val="0"/>
              </a:spcAft>
              <a:buClr>
                <a:schemeClr val="accent1"/>
              </a:buClr>
              <a:buSzPts val="1620"/>
              <a:buFont typeface="Arial"/>
              <a:buNone/>
              <a:defRPr b="0" i="0" sz="1800" u="none" cap="none" strike="noStrike">
                <a:solidFill>
                  <a:schemeClr val="dk1"/>
                </a:solidFill>
                <a:latin typeface="Arial"/>
                <a:ea typeface="Arial"/>
                <a:cs typeface="Arial"/>
                <a:sym typeface="Arial"/>
              </a:defRPr>
            </a:lvl3pPr>
            <a:lvl4pPr lvl="3" marR="0" rtl="0" algn="l">
              <a:spcBef>
                <a:spcPts val="300"/>
              </a:spcBef>
              <a:spcAft>
                <a:spcPts val="0"/>
              </a:spcAft>
              <a:buClr>
                <a:schemeClr val="accent1"/>
              </a:buClr>
              <a:buSzPts val="1500"/>
              <a:buFont typeface="Arial"/>
              <a:buNone/>
              <a:defRPr b="0" i="0" sz="1500" u="none" cap="none" strike="noStrike">
                <a:solidFill>
                  <a:schemeClr val="dk1"/>
                </a:solidFill>
                <a:latin typeface="Arial"/>
                <a:ea typeface="Arial"/>
                <a:cs typeface="Arial"/>
                <a:sym typeface="Arial"/>
              </a:defRPr>
            </a:lvl4pPr>
            <a:lvl5pPr lvl="4" marR="0" rtl="0" algn="l">
              <a:spcBef>
                <a:spcPts val="300"/>
              </a:spcBef>
              <a:spcAft>
                <a:spcPts val="0"/>
              </a:spcAft>
              <a:buClr>
                <a:schemeClr val="accent1"/>
              </a:buClr>
              <a:buSzPts val="1500"/>
              <a:buFont typeface="Arial"/>
              <a:buNone/>
              <a:defRPr b="0" i="0" sz="1500" u="none" cap="none" strike="noStrike">
                <a:solidFill>
                  <a:schemeClr val="dk1"/>
                </a:solidFill>
                <a:latin typeface="Arial"/>
                <a:ea typeface="Arial"/>
                <a:cs typeface="Arial"/>
                <a:sym typeface="Arial"/>
              </a:defRPr>
            </a:lvl5pPr>
            <a:lvl6pPr lvl="5" marR="0" rtl="0" algn="l">
              <a:spcBef>
                <a:spcPts val="300"/>
              </a:spcBef>
              <a:spcAft>
                <a:spcPts val="0"/>
              </a:spcAft>
              <a:buClr>
                <a:schemeClr val="accent1"/>
              </a:buClr>
              <a:buSzPts val="1500"/>
              <a:buFont typeface="Arial"/>
              <a:buNone/>
              <a:defRPr b="0" i="0" sz="1500" u="none" cap="none" strike="noStrike">
                <a:solidFill>
                  <a:schemeClr val="dk1"/>
                </a:solidFill>
                <a:latin typeface="Arial"/>
                <a:ea typeface="Arial"/>
                <a:cs typeface="Arial"/>
                <a:sym typeface="Arial"/>
              </a:defRPr>
            </a:lvl6pPr>
            <a:lvl7pPr lvl="6" marR="0" rtl="0" algn="l">
              <a:spcBef>
                <a:spcPts val="300"/>
              </a:spcBef>
              <a:spcAft>
                <a:spcPts val="0"/>
              </a:spcAft>
              <a:buClr>
                <a:schemeClr val="accent1"/>
              </a:buClr>
              <a:buSzPts val="1500"/>
              <a:buFont typeface="Arial"/>
              <a:buNone/>
              <a:defRPr b="0" i="0" sz="1500" u="none" cap="none" strike="noStrike">
                <a:solidFill>
                  <a:schemeClr val="dk1"/>
                </a:solidFill>
                <a:latin typeface="Arial"/>
                <a:ea typeface="Arial"/>
                <a:cs typeface="Arial"/>
                <a:sym typeface="Arial"/>
              </a:defRPr>
            </a:lvl7pPr>
            <a:lvl8pPr lvl="7" marR="0" rtl="0" algn="l">
              <a:spcBef>
                <a:spcPts val="300"/>
              </a:spcBef>
              <a:spcAft>
                <a:spcPts val="0"/>
              </a:spcAft>
              <a:buClr>
                <a:schemeClr val="accent1"/>
              </a:buClr>
              <a:buSzPts val="1500"/>
              <a:buFont typeface="Arial"/>
              <a:buNone/>
              <a:defRPr b="0" i="0" sz="1500" u="none" cap="none" strike="noStrike">
                <a:solidFill>
                  <a:schemeClr val="dk1"/>
                </a:solidFill>
                <a:latin typeface="Arial"/>
                <a:ea typeface="Arial"/>
                <a:cs typeface="Arial"/>
                <a:sym typeface="Arial"/>
              </a:defRPr>
            </a:lvl8pPr>
            <a:lvl9pPr lvl="8" marR="0" rtl="0" algn="l">
              <a:spcBef>
                <a:spcPts val="300"/>
              </a:spcBef>
              <a:spcAft>
                <a:spcPts val="0"/>
              </a:spcAft>
              <a:buClr>
                <a:schemeClr val="accent1"/>
              </a:buClr>
              <a:buSzPts val="1500"/>
              <a:buFont typeface="Arial"/>
              <a:buNone/>
              <a:defRPr b="0" i="0" sz="1500" u="none" cap="none" strike="noStrike">
                <a:solidFill>
                  <a:schemeClr val="dk1"/>
                </a:solidFill>
                <a:latin typeface="Arial"/>
                <a:ea typeface="Arial"/>
                <a:cs typeface="Arial"/>
                <a:sym typeface="Arial"/>
              </a:defRPr>
            </a:lvl9pPr>
          </a:lstStyle>
          <a:p/>
        </p:txBody>
      </p:sp>
      <p:sp>
        <p:nvSpPr>
          <p:cNvPr id="155" name="Google Shape;155;p73"/>
          <p:cNvSpPr txBox="1"/>
          <p:nvPr>
            <p:ph idx="1" type="body"/>
          </p:nvPr>
        </p:nvSpPr>
        <p:spPr>
          <a:xfrm>
            <a:off x="457200" y="2133600"/>
            <a:ext cx="2139696" cy="4242816"/>
          </a:xfrm>
          <a:prstGeom prst="rect">
            <a:avLst/>
          </a:prstGeom>
          <a:noFill/>
          <a:ln>
            <a:noFill/>
          </a:ln>
        </p:spPr>
        <p:txBody>
          <a:bodyPr anchorCtr="0" anchor="t" bIns="45700" lIns="91425" spcFirstLastPara="1" rIns="91425" wrap="square" tIns="45700">
            <a:normAutofit/>
          </a:bodyPr>
          <a:lstStyle>
            <a:lvl1pPr indent="-228600" lvl="0" marL="457200" algn="l">
              <a:spcBef>
                <a:spcPts val="210"/>
              </a:spcBef>
              <a:spcAft>
                <a:spcPts val="0"/>
              </a:spcAft>
              <a:buSzPts val="893"/>
              <a:buNone/>
              <a:defRPr sz="1050"/>
            </a:lvl1pPr>
            <a:lvl2pPr indent="-228600" lvl="1" marL="914400" algn="l">
              <a:spcBef>
                <a:spcPts val="180"/>
              </a:spcBef>
              <a:spcAft>
                <a:spcPts val="0"/>
              </a:spcAft>
              <a:buSzPts val="765"/>
              <a:buNone/>
              <a:defRPr sz="900"/>
            </a:lvl2pPr>
            <a:lvl3pPr indent="-228600" lvl="2" marL="1371600" algn="l">
              <a:spcBef>
                <a:spcPts val="150"/>
              </a:spcBef>
              <a:spcAft>
                <a:spcPts val="0"/>
              </a:spcAft>
              <a:buSzPts val="675"/>
              <a:buNone/>
              <a:defRPr sz="750"/>
            </a:lvl3pPr>
            <a:lvl4pPr indent="-228600" lvl="3" marL="1828800" algn="l">
              <a:spcBef>
                <a:spcPts val="135"/>
              </a:spcBef>
              <a:spcAft>
                <a:spcPts val="0"/>
              </a:spcAft>
              <a:buSzPts val="675"/>
              <a:buNone/>
              <a:defRPr sz="675"/>
            </a:lvl4pPr>
            <a:lvl5pPr indent="-228600" lvl="4" marL="2286000" algn="l">
              <a:spcBef>
                <a:spcPts val="135"/>
              </a:spcBef>
              <a:spcAft>
                <a:spcPts val="0"/>
              </a:spcAft>
              <a:buSzPts val="675"/>
              <a:buNone/>
              <a:defRPr sz="675"/>
            </a:lvl5pPr>
            <a:lvl6pPr indent="-228600" lvl="5" marL="2743200" algn="l">
              <a:spcBef>
                <a:spcPts val="135"/>
              </a:spcBef>
              <a:spcAft>
                <a:spcPts val="0"/>
              </a:spcAft>
              <a:buSzPts val="675"/>
              <a:buNone/>
              <a:defRPr sz="675"/>
            </a:lvl6pPr>
            <a:lvl7pPr indent="-228600" lvl="6" marL="3200400" algn="l">
              <a:spcBef>
                <a:spcPts val="135"/>
              </a:spcBef>
              <a:spcAft>
                <a:spcPts val="0"/>
              </a:spcAft>
              <a:buSzPts val="675"/>
              <a:buNone/>
              <a:defRPr sz="675"/>
            </a:lvl7pPr>
            <a:lvl8pPr indent="-228600" lvl="7" marL="3657600" algn="l">
              <a:spcBef>
                <a:spcPts val="135"/>
              </a:spcBef>
              <a:spcAft>
                <a:spcPts val="0"/>
              </a:spcAft>
              <a:buSzPts val="675"/>
              <a:buNone/>
              <a:defRPr sz="675"/>
            </a:lvl8pPr>
            <a:lvl9pPr indent="-228600" lvl="8" marL="4114800" algn="l">
              <a:spcBef>
                <a:spcPts val="135"/>
              </a:spcBef>
              <a:spcAft>
                <a:spcPts val="0"/>
              </a:spcAft>
              <a:buSzPts val="675"/>
              <a:buNone/>
              <a:defRPr sz="675"/>
            </a:lvl9pPr>
          </a:lstStyle>
          <a:p/>
        </p:txBody>
      </p:sp>
      <p:sp>
        <p:nvSpPr>
          <p:cNvPr id="156" name="Google Shape;156;p73"/>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7" name="Google Shape;157;p73"/>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7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y texto vertical" type="vertTx">
  <p:cSld name="VERTICAL_TEXT">
    <p:spTree>
      <p:nvGrpSpPr>
        <p:cNvPr id="159" name="Shape 159"/>
        <p:cNvGrpSpPr/>
        <p:nvPr/>
      </p:nvGrpSpPr>
      <p:grpSpPr>
        <a:xfrm>
          <a:off x="0" y="0"/>
          <a:ext cx="0" cy="0"/>
          <a:chOff x="0" y="0"/>
          <a:chExt cx="0" cy="0"/>
        </a:xfrm>
      </p:grpSpPr>
      <p:sp>
        <p:nvSpPr>
          <p:cNvPr id="160" name="Google Shape;160;p74"/>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1" name="Google Shape;161;p74"/>
          <p:cNvSpPr txBox="1"/>
          <p:nvPr>
            <p:ph idx="1" type="body"/>
          </p:nvPr>
        </p:nvSpPr>
        <p:spPr>
          <a:xfrm rot="5400000">
            <a:off x="2133600" y="-76200"/>
            <a:ext cx="4876800" cy="82296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2" name="Google Shape;162;p74"/>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p74"/>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p7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ítulo vertical y texto" type="vertTitleAndTx">
  <p:cSld name="VERTICAL_TITLE_AND_VERTICAL_TEXT">
    <p:spTree>
      <p:nvGrpSpPr>
        <p:cNvPr id="165" name="Shape 165"/>
        <p:cNvGrpSpPr/>
        <p:nvPr/>
      </p:nvGrpSpPr>
      <p:grpSpPr>
        <a:xfrm>
          <a:off x="0" y="0"/>
          <a:ext cx="0" cy="0"/>
          <a:chOff x="0" y="0"/>
          <a:chExt cx="0" cy="0"/>
        </a:xfrm>
      </p:grpSpPr>
      <p:sp>
        <p:nvSpPr>
          <p:cNvPr id="166" name="Google Shape;166;p75"/>
          <p:cNvSpPr txBox="1"/>
          <p:nvPr>
            <p:ph type="title"/>
          </p:nvPr>
        </p:nvSpPr>
        <p:spPr>
          <a:xfrm rot="5400000">
            <a:off x="4724400" y="2514600"/>
            <a:ext cx="5867400" cy="205740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p75"/>
          <p:cNvSpPr txBox="1"/>
          <p:nvPr>
            <p:ph idx="1" type="body"/>
          </p:nvPr>
        </p:nvSpPr>
        <p:spPr>
          <a:xfrm rot="5400000">
            <a:off x="533400" y="533400"/>
            <a:ext cx="5867400" cy="601980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
              <a:defRPr/>
            </a:lvl1pPr>
            <a:lvl2pPr indent="-325755" lvl="1" marL="914400" algn="l">
              <a:spcBef>
                <a:spcPts val="360"/>
              </a:spcBef>
              <a:spcAft>
                <a:spcPts val="0"/>
              </a:spcAft>
              <a:buSzPts val="1530"/>
              <a:buChar char="•"/>
              <a:defRPr/>
            </a:lvl2pPr>
            <a:lvl3pPr indent="-331469" lvl="2" marL="1371600" algn="l">
              <a:spcBef>
                <a:spcPts val="360"/>
              </a:spcBef>
              <a:spcAft>
                <a:spcPts val="0"/>
              </a:spcAft>
              <a:buSzPts val="1620"/>
              <a:buChar char="•"/>
              <a:defRPr/>
            </a:lvl3pPr>
            <a:lvl4pPr indent="-342900" lvl="3" marL="1828800" algn="l">
              <a:spcBef>
                <a:spcPts val="360"/>
              </a:spcBef>
              <a:spcAft>
                <a:spcPts val="0"/>
              </a:spcAft>
              <a:buSzPts val="1800"/>
              <a:buChar char="•"/>
              <a:defRPr/>
            </a:lvl4pPr>
            <a:lvl5pPr indent="-342900" lvl="4" marL="2286000" algn="l">
              <a:spcBef>
                <a:spcPts val="360"/>
              </a:spcBef>
              <a:spcAft>
                <a:spcPts val="0"/>
              </a:spcAft>
              <a:buSzPts val="1800"/>
              <a:buChar char="•"/>
              <a:defRPr/>
            </a:lvl5pPr>
            <a:lvl6pPr indent="-342900" lvl="5" marL="2743200" algn="l">
              <a:spcBef>
                <a:spcPts val="360"/>
              </a:spcBef>
              <a:spcAft>
                <a:spcPts val="0"/>
              </a:spcAft>
              <a:buSzPts val="1800"/>
              <a:buChar char="•"/>
              <a:defRPr/>
            </a:lvl6pPr>
            <a:lvl7pPr indent="-342900" lvl="6" marL="3200400" algn="l">
              <a:spcBef>
                <a:spcPts val="360"/>
              </a:spcBef>
              <a:spcAft>
                <a:spcPts val="0"/>
              </a:spcAft>
              <a:buSzPts val="180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68" name="Google Shape;168;p75"/>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p75"/>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p7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algn="l">
              <a:spcBef>
                <a:spcPts val="0"/>
              </a:spcBef>
              <a:buNone/>
              <a:defRPr/>
            </a:lvl1pPr>
            <a:lvl2pPr indent="0" lvl="1" marL="0" algn="l">
              <a:spcBef>
                <a:spcPts val="0"/>
              </a:spcBef>
              <a:buNone/>
              <a:defRPr/>
            </a:lvl2pPr>
            <a:lvl3pPr indent="0" lvl="2" marL="0" algn="l">
              <a:spcBef>
                <a:spcPts val="0"/>
              </a:spcBef>
              <a:buNone/>
              <a:defRPr/>
            </a:lvl3pPr>
            <a:lvl4pPr indent="0" lvl="3" marL="0" algn="l">
              <a:spcBef>
                <a:spcPts val="0"/>
              </a:spcBef>
              <a:buNone/>
              <a:defRPr/>
            </a:lvl4pPr>
            <a:lvl5pPr indent="0" lvl="4" marL="0" algn="l">
              <a:spcBef>
                <a:spcPts val="0"/>
              </a:spcBef>
              <a:buNone/>
              <a:defRPr/>
            </a:lvl5pPr>
            <a:lvl6pPr indent="0" lvl="5" marL="0" algn="l">
              <a:spcBef>
                <a:spcPts val="0"/>
              </a:spcBef>
              <a:buNone/>
              <a:defRPr/>
            </a:lvl6pPr>
            <a:lvl7pPr indent="0" lvl="6" marL="0" algn="l">
              <a:spcBef>
                <a:spcPts val="0"/>
              </a:spcBef>
              <a:buNone/>
              <a:defRPr/>
            </a:lvl7pPr>
            <a:lvl8pPr indent="0" lvl="7" marL="0" algn="l">
              <a:spcBef>
                <a:spcPts val="0"/>
              </a:spcBef>
              <a:buNone/>
              <a:defRPr/>
            </a:lvl8pPr>
            <a:lvl9pPr indent="0" lvl="8" marL="0" algn="l">
              <a:spcBef>
                <a:spcPts val="0"/>
              </a:spcBef>
              <a:buNone/>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sp>
        <p:nvSpPr>
          <p:cNvPr id="10" name="Google Shape;10;p52"/>
          <p:cNvSpPr/>
          <p:nvPr/>
        </p:nvSpPr>
        <p:spPr>
          <a:xfrm>
            <a:off x="0" y="220786"/>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1" name="Google Shape;11;p52"/>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4000"/>
              <a:buFont typeface="Arial"/>
              <a:buNone/>
              <a:defRPr b="0" i="0" sz="4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52"/>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58140" lvl="0" marL="457200" marR="0" rtl="0" algn="l">
              <a:spcBef>
                <a:spcPts val="480"/>
              </a:spcBef>
              <a:spcAft>
                <a:spcPts val="0"/>
              </a:spcAft>
              <a:buClr>
                <a:schemeClr val="accent1"/>
              </a:buClr>
              <a:buSzPts val="2040"/>
              <a:buFont typeface="Arial"/>
              <a:buChar char="•"/>
              <a:defRPr b="0" i="0" sz="2400" u="none" cap="none" strike="noStrike">
                <a:solidFill>
                  <a:schemeClr val="dk1"/>
                </a:solidFill>
                <a:latin typeface="Arial"/>
                <a:ea typeface="Arial"/>
                <a:cs typeface="Arial"/>
                <a:sym typeface="Arial"/>
              </a:defRPr>
            </a:lvl1pPr>
            <a:lvl2pPr indent="-336550" lvl="1" marL="914400" marR="0" rtl="0" algn="l">
              <a:spcBef>
                <a:spcPts val="400"/>
              </a:spcBef>
              <a:spcAft>
                <a:spcPts val="0"/>
              </a:spcAft>
              <a:buClr>
                <a:schemeClr val="accent1"/>
              </a:buClr>
              <a:buSzPts val="1700"/>
              <a:buFont typeface="Arial"/>
              <a:buChar char="•"/>
              <a:defRPr b="0" i="0" sz="2000" u="none" cap="none" strike="noStrike">
                <a:solidFill>
                  <a:schemeClr val="dk1"/>
                </a:solidFill>
                <a:latin typeface="Arial"/>
                <a:ea typeface="Arial"/>
                <a:cs typeface="Arial"/>
                <a:sym typeface="Arial"/>
              </a:defRPr>
            </a:lvl2pPr>
            <a:lvl3pPr indent="-331469" lvl="2" marL="1371600" marR="0" rtl="0" algn="l">
              <a:spcBef>
                <a:spcPts val="360"/>
              </a:spcBef>
              <a:spcAft>
                <a:spcPts val="0"/>
              </a:spcAft>
              <a:buClr>
                <a:schemeClr val="accent1"/>
              </a:buClr>
              <a:buSzPts val="162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accent1"/>
              </a:buClr>
              <a:buSzPts val="1600"/>
              <a:buFont typeface="Arial"/>
              <a:buChar char="•"/>
              <a:defRPr b="0" i="0" sz="1600" u="none" cap="none" strike="noStrike">
                <a:solidFill>
                  <a:schemeClr val="dk1"/>
                </a:solidFill>
                <a:latin typeface="Arial"/>
                <a:ea typeface="Arial"/>
                <a:cs typeface="Arial"/>
                <a:sym typeface="Arial"/>
              </a:defRPr>
            </a:lvl4pPr>
            <a:lvl5pPr indent="-317500" lvl="4" marL="2286000" marR="0" rtl="0" algn="l">
              <a:spcBef>
                <a:spcPts val="280"/>
              </a:spcBef>
              <a:spcAft>
                <a:spcPts val="0"/>
              </a:spcAft>
              <a:buClr>
                <a:schemeClr val="accent1"/>
              </a:buClr>
              <a:buSzPts val="1400"/>
              <a:buFont typeface="Arial"/>
              <a:buChar char="•"/>
              <a:defRPr b="0" i="0" sz="1400" u="none" cap="none" strike="noStrike">
                <a:solidFill>
                  <a:schemeClr val="dk1"/>
                </a:solidFill>
                <a:latin typeface="Arial"/>
                <a:ea typeface="Arial"/>
                <a:cs typeface="Arial"/>
                <a:sym typeface="Arial"/>
              </a:defRPr>
            </a:lvl5pPr>
            <a:lvl6pPr indent="-311150" lvl="5" marL="27432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6pPr>
            <a:lvl7pPr indent="-311150" lvl="6" marL="32004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7pPr>
            <a:lvl8pPr indent="-311150" lvl="7" marL="36576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8pPr>
            <a:lvl9pPr indent="-311150" lvl="8" marL="4114800" marR="0" rtl="0" algn="l">
              <a:spcBef>
                <a:spcPts val="260"/>
              </a:spcBef>
              <a:spcAft>
                <a:spcPts val="0"/>
              </a:spcAft>
              <a:buClr>
                <a:schemeClr val="accent1"/>
              </a:buClr>
              <a:buSzPts val="1300"/>
              <a:buFont typeface="Arial"/>
              <a:buChar char="•"/>
              <a:defRPr b="0" i="0" sz="1300" u="none" cap="none" strike="noStrike">
                <a:solidFill>
                  <a:schemeClr val="dk1"/>
                </a:solidFill>
                <a:latin typeface="Arial"/>
                <a:ea typeface="Arial"/>
                <a:cs typeface="Arial"/>
                <a:sym typeface="Arial"/>
              </a:defRPr>
            </a:lvl9pPr>
          </a:lstStyle>
          <a:p/>
        </p:txBody>
      </p:sp>
      <p:sp>
        <p:nvSpPr>
          <p:cNvPr id="13" name="Google Shape;13;p52"/>
          <p:cNvSpPr/>
          <p:nvPr/>
        </p:nvSpPr>
        <p:spPr>
          <a:xfrm>
            <a:off x="0" y="0"/>
            <a:ext cx="9144000" cy="3657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sp>
        <p:nvSpPr>
          <p:cNvPr id="14" name="Google Shape;14;p52"/>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5" name="Google Shape;15;p52"/>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6" name="Google Shape;16;p5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i="0" sz="1400" u="none" cap="none" strike="noStrike">
                <a:solidFill>
                  <a:srgbClr val="FFFFFF"/>
                </a:solidFill>
                <a:latin typeface="Arial"/>
                <a:ea typeface="Arial"/>
                <a:cs typeface="Arial"/>
                <a:sym typeface="Arial"/>
              </a:defRPr>
            </a:lvl1pPr>
            <a:lvl2pPr indent="0" lvl="1" marL="0" marR="0" rtl="0" algn="l">
              <a:spcBef>
                <a:spcPts val="0"/>
              </a:spcBef>
              <a:buNone/>
              <a:defRPr b="1" i="0" sz="1400" u="none" cap="none" strike="noStrike">
                <a:solidFill>
                  <a:srgbClr val="FFFFFF"/>
                </a:solidFill>
                <a:latin typeface="Arial"/>
                <a:ea typeface="Arial"/>
                <a:cs typeface="Arial"/>
                <a:sym typeface="Arial"/>
              </a:defRPr>
            </a:lvl2pPr>
            <a:lvl3pPr indent="0" lvl="2" marL="0" marR="0" rtl="0" algn="l">
              <a:spcBef>
                <a:spcPts val="0"/>
              </a:spcBef>
              <a:buNone/>
              <a:defRPr b="1" i="0" sz="1400" u="none" cap="none" strike="noStrike">
                <a:solidFill>
                  <a:srgbClr val="FFFFFF"/>
                </a:solidFill>
                <a:latin typeface="Arial"/>
                <a:ea typeface="Arial"/>
                <a:cs typeface="Arial"/>
                <a:sym typeface="Arial"/>
              </a:defRPr>
            </a:lvl3pPr>
            <a:lvl4pPr indent="0" lvl="3" marL="0" marR="0" rtl="0" algn="l">
              <a:spcBef>
                <a:spcPts val="0"/>
              </a:spcBef>
              <a:buNone/>
              <a:defRPr b="1" i="0" sz="1400" u="none" cap="none" strike="noStrike">
                <a:solidFill>
                  <a:srgbClr val="FFFFFF"/>
                </a:solidFill>
                <a:latin typeface="Arial"/>
                <a:ea typeface="Arial"/>
                <a:cs typeface="Arial"/>
                <a:sym typeface="Arial"/>
              </a:defRPr>
            </a:lvl4pPr>
            <a:lvl5pPr indent="0" lvl="4" marL="0" marR="0" rtl="0" algn="l">
              <a:spcBef>
                <a:spcPts val="0"/>
              </a:spcBef>
              <a:buNone/>
              <a:defRPr b="1" i="0" sz="1400" u="none" cap="none" strike="noStrike">
                <a:solidFill>
                  <a:srgbClr val="FFFFFF"/>
                </a:solidFill>
                <a:latin typeface="Arial"/>
                <a:ea typeface="Arial"/>
                <a:cs typeface="Arial"/>
                <a:sym typeface="Arial"/>
              </a:defRPr>
            </a:lvl5pPr>
            <a:lvl6pPr indent="0" lvl="5" marL="0" marR="0" rtl="0" algn="l">
              <a:spcBef>
                <a:spcPts val="0"/>
              </a:spcBef>
              <a:buNone/>
              <a:defRPr b="1" i="0" sz="1400" u="none" cap="none" strike="noStrike">
                <a:solidFill>
                  <a:srgbClr val="FFFFFF"/>
                </a:solidFill>
                <a:latin typeface="Arial"/>
                <a:ea typeface="Arial"/>
                <a:cs typeface="Arial"/>
                <a:sym typeface="Arial"/>
              </a:defRPr>
            </a:lvl6pPr>
            <a:lvl7pPr indent="0" lvl="6" marL="0" marR="0" rtl="0" algn="l">
              <a:spcBef>
                <a:spcPts val="0"/>
              </a:spcBef>
              <a:buNone/>
              <a:defRPr b="1" i="0" sz="1400" u="none" cap="none" strike="noStrike">
                <a:solidFill>
                  <a:srgbClr val="FFFFFF"/>
                </a:solidFill>
                <a:latin typeface="Arial"/>
                <a:ea typeface="Arial"/>
                <a:cs typeface="Arial"/>
                <a:sym typeface="Arial"/>
              </a:defRPr>
            </a:lvl7pPr>
            <a:lvl8pPr indent="0" lvl="7" marL="0" marR="0" rtl="0" algn="l">
              <a:spcBef>
                <a:spcPts val="0"/>
              </a:spcBef>
              <a:buNone/>
              <a:defRPr b="1" i="0" sz="1400" u="none" cap="none" strike="noStrike">
                <a:solidFill>
                  <a:srgbClr val="FFFFFF"/>
                </a:solidFill>
                <a:latin typeface="Arial"/>
                <a:ea typeface="Arial"/>
                <a:cs typeface="Arial"/>
                <a:sym typeface="Arial"/>
              </a:defRPr>
            </a:lvl8pPr>
            <a:lvl9pPr indent="0" lvl="8" marL="0" marR="0" rtl="0" algn="l">
              <a:spcBef>
                <a:spcPts val="0"/>
              </a:spcBef>
              <a:buNone/>
              <a:defRPr b="1" i="0" sz="1400" u="none" cap="none" strike="noStrike">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0" name="Shape 90"/>
        <p:cNvGrpSpPr/>
        <p:nvPr/>
      </p:nvGrpSpPr>
      <p:grpSpPr>
        <a:xfrm>
          <a:off x="0" y="0"/>
          <a:ext cx="0" cy="0"/>
          <a:chOff x="0" y="0"/>
          <a:chExt cx="0" cy="0"/>
        </a:xfrm>
      </p:grpSpPr>
      <p:sp>
        <p:nvSpPr>
          <p:cNvPr id="91" name="Google Shape;91;p55"/>
          <p:cNvSpPr/>
          <p:nvPr/>
        </p:nvSpPr>
        <p:spPr>
          <a:xfrm>
            <a:off x="0" y="220786"/>
            <a:ext cx="9144000" cy="2286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92" name="Google Shape;92;p55"/>
          <p:cNvSpPr txBox="1"/>
          <p:nvPr>
            <p:ph type="title"/>
          </p:nvPr>
        </p:nvSpPr>
        <p:spPr>
          <a:xfrm>
            <a:off x="457200" y="533400"/>
            <a:ext cx="8229600" cy="990600"/>
          </a:xfrm>
          <a:prstGeom prst="rect">
            <a:avLst/>
          </a:prstGeom>
          <a:noFill/>
          <a:ln>
            <a:noFill/>
          </a:ln>
        </p:spPr>
        <p:txBody>
          <a:bodyPr anchorCtr="0" anchor="ctr" bIns="45700" lIns="91425" spcFirstLastPara="1" rIns="91425" wrap="square" tIns="45700">
            <a:normAutofit/>
          </a:bodyPr>
          <a:lstStyle>
            <a:lvl1pPr lvl="0" marR="0" rtl="0" algn="l">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3" name="Google Shape;93;p55"/>
          <p:cNvSpPr txBox="1"/>
          <p:nvPr>
            <p:ph idx="1" type="body"/>
          </p:nvPr>
        </p:nvSpPr>
        <p:spPr>
          <a:xfrm>
            <a:off x="457200" y="1600200"/>
            <a:ext cx="8229600" cy="4876800"/>
          </a:xfrm>
          <a:prstGeom prst="rect">
            <a:avLst/>
          </a:prstGeom>
          <a:noFill/>
          <a:ln>
            <a:noFill/>
          </a:ln>
        </p:spPr>
        <p:txBody>
          <a:bodyPr anchorCtr="0" anchor="t" bIns="45700" lIns="91425" spcFirstLastPara="1" rIns="91425" wrap="square" tIns="45700">
            <a:normAutofit/>
          </a:bodyPr>
          <a:lstStyle>
            <a:lvl1pPr indent="-325755" lvl="0" marL="457200" marR="0" rtl="0" algn="l">
              <a:spcBef>
                <a:spcPts val="360"/>
              </a:spcBef>
              <a:spcAft>
                <a:spcPts val="0"/>
              </a:spcAft>
              <a:buClr>
                <a:schemeClr val="accent1"/>
              </a:buClr>
              <a:buSzPts val="1530"/>
              <a:buFont typeface="Arial"/>
              <a:buChar char="•"/>
              <a:defRPr b="0" i="0" sz="1800" u="none" cap="none" strike="noStrike">
                <a:solidFill>
                  <a:schemeClr val="dk1"/>
                </a:solidFill>
                <a:latin typeface="Arial"/>
                <a:ea typeface="Arial"/>
                <a:cs typeface="Arial"/>
                <a:sym typeface="Arial"/>
              </a:defRPr>
            </a:lvl1pPr>
            <a:lvl2pPr indent="-309562" lvl="1" marL="914400" marR="0" rtl="0" algn="l">
              <a:spcBef>
                <a:spcPts val="300"/>
              </a:spcBef>
              <a:spcAft>
                <a:spcPts val="0"/>
              </a:spcAft>
              <a:buClr>
                <a:schemeClr val="accent1"/>
              </a:buClr>
              <a:buSzPts val="1275"/>
              <a:buFont typeface="Arial"/>
              <a:buChar char="•"/>
              <a:defRPr b="0" i="0" sz="1500" u="none" cap="none" strike="noStrike">
                <a:solidFill>
                  <a:schemeClr val="dk1"/>
                </a:solidFill>
                <a:latin typeface="Arial"/>
                <a:ea typeface="Arial"/>
                <a:cs typeface="Arial"/>
                <a:sym typeface="Arial"/>
              </a:defRPr>
            </a:lvl2pPr>
            <a:lvl3pPr indent="-305752" lvl="2" marL="1371600" marR="0" rtl="0" algn="l">
              <a:spcBef>
                <a:spcPts val="270"/>
              </a:spcBef>
              <a:spcAft>
                <a:spcPts val="0"/>
              </a:spcAft>
              <a:buClr>
                <a:schemeClr val="accent1"/>
              </a:buClr>
              <a:buSzPts val="1215"/>
              <a:buFont typeface="Arial"/>
              <a:buChar char="•"/>
              <a:defRPr b="0" i="0" sz="1350" u="none" cap="none" strike="noStrike">
                <a:solidFill>
                  <a:schemeClr val="dk1"/>
                </a:solidFill>
                <a:latin typeface="Arial"/>
                <a:ea typeface="Arial"/>
                <a:cs typeface="Arial"/>
                <a:sym typeface="Arial"/>
              </a:defRPr>
            </a:lvl3pPr>
            <a:lvl4pPr indent="-304800" lvl="3" marL="1828800" marR="0" rtl="0" algn="l">
              <a:spcBef>
                <a:spcPts val="240"/>
              </a:spcBef>
              <a:spcAft>
                <a:spcPts val="0"/>
              </a:spcAft>
              <a:buClr>
                <a:schemeClr val="accent1"/>
              </a:buClr>
              <a:buSzPts val="1200"/>
              <a:buFont typeface="Arial"/>
              <a:buChar char="•"/>
              <a:defRPr b="0" i="0" sz="1200" u="none" cap="none" strike="noStrike">
                <a:solidFill>
                  <a:schemeClr val="dk1"/>
                </a:solidFill>
                <a:latin typeface="Arial"/>
                <a:ea typeface="Arial"/>
                <a:cs typeface="Arial"/>
                <a:sym typeface="Arial"/>
              </a:defRPr>
            </a:lvl4pPr>
            <a:lvl5pPr indent="-295275" lvl="4" marL="2286000" marR="0" rtl="0" algn="l">
              <a:spcBef>
                <a:spcPts val="210"/>
              </a:spcBef>
              <a:spcAft>
                <a:spcPts val="0"/>
              </a:spcAft>
              <a:buClr>
                <a:schemeClr val="accent1"/>
              </a:buClr>
              <a:buSzPts val="1050"/>
              <a:buFont typeface="Arial"/>
              <a:buChar char="•"/>
              <a:defRPr b="0" i="0" sz="1050" u="none" cap="none" strike="noStrike">
                <a:solidFill>
                  <a:schemeClr val="dk1"/>
                </a:solidFill>
                <a:latin typeface="Arial"/>
                <a:ea typeface="Arial"/>
                <a:cs typeface="Arial"/>
                <a:sym typeface="Arial"/>
              </a:defRPr>
            </a:lvl5pPr>
            <a:lvl6pPr indent="-290512" lvl="5" marL="2743200" marR="0" rtl="0" algn="l">
              <a:spcBef>
                <a:spcPts val="195"/>
              </a:spcBef>
              <a:spcAft>
                <a:spcPts val="0"/>
              </a:spcAft>
              <a:buClr>
                <a:schemeClr val="accent1"/>
              </a:buClr>
              <a:buSzPts val="975"/>
              <a:buFont typeface="Arial"/>
              <a:buChar char="•"/>
              <a:defRPr b="0" i="0" sz="975" u="none" cap="none" strike="noStrike">
                <a:solidFill>
                  <a:schemeClr val="dk1"/>
                </a:solidFill>
                <a:latin typeface="Arial"/>
                <a:ea typeface="Arial"/>
                <a:cs typeface="Arial"/>
                <a:sym typeface="Arial"/>
              </a:defRPr>
            </a:lvl6pPr>
            <a:lvl7pPr indent="-290512" lvl="6" marL="3200400" marR="0" rtl="0" algn="l">
              <a:spcBef>
                <a:spcPts val="195"/>
              </a:spcBef>
              <a:spcAft>
                <a:spcPts val="0"/>
              </a:spcAft>
              <a:buClr>
                <a:schemeClr val="accent1"/>
              </a:buClr>
              <a:buSzPts val="975"/>
              <a:buFont typeface="Arial"/>
              <a:buChar char="•"/>
              <a:defRPr b="0" i="0" sz="975" u="none" cap="none" strike="noStrike">
                <a:solidFill>
                  <a:schemeClr val="dk1"/>
                </a:solidFill>
                <a:latin typeface="Arial"/>
                <a:ea typeface="Arial"/>
                <a:cs typeface="Arial"/>
                <a:sym typeface="Arial"/>
              </a:defRPr>
            </a:lvl7pPr>
            <a:lvl8pPr indent="-290512" lvl="7" marL="3657600" marR="0" rtl="0" algn="l">
              <a:spcBef>
                <a:spcPts val="195"/>
              </a:spcBef>
              <a:spcAft>
                <a:spcPts val="0"/>
              </a:spcAft>
              <a:buClr>
                <a:schemeClr val="accent1"/>
              </a:buClr>
              <a:buSzPts val="975"/>
              <a:buFont typeface="Arial"/>
              <a:buChar char="•"/>
              <a:defRPr b="0" i="0" sz="975" u="none" cap="none" strike="noStrike">
                <a:solidFill>
                  <a:schemeClr val="dk1"/>
                </a:solidFill>
                <a:latin typeface="Arial"/>
                <a:ea typeface="Arial"/>
                <a:cs typeface="Arial"/>
                <a:sym typeface="Arial"/>
              </a:defRPr>
            </a:lvl8pPr>
            <a:lvl9pPr indent="-290512" lvl="8" marL="4114800" marR="0" rtl="0" algn="l">
              <a:spcBef>
                <a:spcPts val="195"/>
              </a:spcBef>
              <a:spcAft>
                <a:spcPts val="0"/>
              </a:spcAft>
              <a:buClr>
                <a:schemeClr val="accent1"/>
              </a:buClr>
              <a:buSzPts val="975"/>
              <a:buFont typeface="Arial"/>
              <a:buChar char="•"/>
              <a:defRPr b="0" i="0" sz="975" u="none" cap="none" strike="noStrike">
                <a:solidFill>
                  <a:schemeClr val="dk1"/>
                </a:solidFill>
                <a:latin typeface="Arial"/>
                <a:ea typeface="Arial"/>
                <a:cs typeface="Arial"/>
                <a:sym typeface="Arial"/>
              </a:defRPr>
            </a:lvl9pPr>
          </a:lstStyle>
          <a:p/>
        </p:txBody>
      </p:sp>
      <p:sp>
        <p:nvSpPr>
          <p:cNvPr id="94" name="Google Shape;94;p55"/>
          <p:cNvSpPr/>
          <p:nvPr/>
        </p:nvSpPr>
        <p:spPr>
          <a:xfrm>
            <a:off x="0" y="0"/>
            <a:ext cx="9144000" cy="36576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350"/>
              <a:buFont typeface="Arial"/>
              <a:buNone/>
            </a:pPr>
            <a:r>
              <a:t/>
            </a:r>
            <a:endParaRPr b="0" i="0" sz="1350" u="none" cap="none" strike="noStrike">
              <a:solidFill>
                <a:srgbClr val="FFFFFF"/>
              </a:solidFill>
              <a:latin typeface="Arial"/>
              <a:ea typeface="Arial"/>
              <a:cs typeface="Arial"/>
              <a:sym typeface="Arial"/>
            </a:endParaRPr>
          </a:p>
        </p:txBody>
      </p:sp>
      <p:sp>
        <p:nvSpPr>
          <p:cNvPr id="95" name="Google Shape;95;p55"/>
          <p:cNvSpPr txBox="1"/>
          <p:nvPr>
            <p:ph idx="10" type="dt"/>
          </p:nvPr>
        </p:nvSpPr>
        <p:spPr>
          <a:xfrm>
            <a:off x="457200" y="18288"/>
            <a:ext cx="2895600" cy="32918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900">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6" name="Google Shape;96;p55"/>
          <p:cNvSpPr txBox="1"/>
          <p:nvPr>
            <p:ph idx="11" type="ftr"/>
          </p:nvPr>
        </p:nvSpPr>
        <p:spPr>
          <a:xfrm>
            <a:off x="3429000" y="18288"/>
            <a:ext cx="4114800" cy="329184"/>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900">
                <a:solidFill>
                  <a:srgbClr val="FFFFFF"/>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7" name="Google Shape;97;p5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lvl1pPr indent="0" lvl="0" marL="0" marR="0" rtl="0" algn="l">
              <a:spcBef>
                <a:spcPts val="0"/>
              </a:spcBef>
              <a:buNone/>
              <a:defRPr b="1" sz="1050">
                <a:solidFill>
                  <a:srgbClr val="FFFFFF"/>
                </a:solidFill>
                <a:latin typeface="Arial"/>
                <a:ea typeface="Arial"/>
                <a:cs typeface="Arial"/>
                <a:sym typeface="Arial"/>
              </a:defRPr>
            </a:lvl1pPr>
            <a:lvl2pPr indent="0" lvl="1" marL="0" marR="0" rtl="0" algn="l">
              <a:spcBef>
                <a:spcPts val="0"/>
              </a:spcBef>
              <a:buNone/>
              <a:defRPr b="1" sz="1050">
                <a:solidFill>
                  <a:srgbClr val="FFFFFF"/>
                </a:solidFill>
                <a:latin typeface="Arial"/>
                <a:ea typeface="Arial"/>
                <a:cs typeface="Arial"/>
                <a:sym typeface="Arial"/>
              </a:defRPr>
            </a:lvl2pPr>
            <a:lvl3pPr indent="0" lvl="2" marL="0" marR="0" rtl="0" algn="l">
              <a:spcBef>
                <a:spcPts val="0"/>
              </a:spcBef>
              <a:buNone/>
              <a:defRPr b="1" sz="1050">
                <a:solidFill>
                  <a:srgbClr val="FFFFFF"/>
                </a:solidFill>
                <a:latin typeface="Arial"/>
                <a:ea typeface="Arial"/>
                <a:cs typeface="Arial"/>
                <a:sym typeface="Arial"/>
              </a:defRPr>
            </a:lvl3pPr>
            <a:lvl4pPr indent="0" lvl="3" marL="0" marR="0" rtl="0" algn="l">
              <a:spcBef>
                <a:spcPts val="0"/>
              </a:spcBef>
              <a:buNone/>
              <a:defRPr b="1" sz="1050">
                <a:solidFill>
                  <a:srgbClr val="FFFFFF"/>
                </a:solidFill>
                <a:latin typeface="Arial"/>
                <a:ea typeface="Arial"/>
                <a:cs typeface="Arial"/>
                <a:sym typeface="Arial"/>
              </a:defRPr>
            </a:lvl4pPr>
            <a:lvl5pPr indent="0" lvl="4" marL="0" marR="0" rtl="0" algn="l">
              <a:spcBef>
                <a:spcPts val="0"/>
              </a:spcBef>
              <a:buNone/>
              <a:defRPr b="1" sz="1050">
                <a:solidFill>
                  <a:srgbClr val="FFFFFF"/>
                </a:solidFill>
                <a:latin typeface="Arial"/>
                <a:ea typeface="Arial"/>
                <a:cs typeface="Arial"/>
                <a:sym typeface="Arial"/>
              </a:defRPr>
            </a:lvl5pPr>
            <a:lvl6pPr indent="0" lvl="5" marL="0" marR="0" rtl="0" algn="l">
              <a:spcBef>
                <a:spcPts val="0"/>
              </a:spcBef>
              <a:buNone/>
              <a:defRPr b="1" sz="1050">
                <a:solidFill>
                  <a:srgbClr val="FFFFFF"/>
                </a:solidFill>
                <a:latin typeface="Arial"/>
                <a:ea typeface="Arial"/>
                <a:cs typeface="Arial"/>
                <a:sym typeface="Arial"/>
              </a:defRPr>
            </a:lvl6pPr>
            <a:lvl7pPr indent="0" lvl="6" marL="0" marR="0" rtl="0" algn="l">
              <a:spcBef>
                <a:spcPts val="0"/>
              </a:spcBef>
              <a:buNone/>
              <a:defRPr b="1" sz="1050">
                <a:solidFill>
                  <a:srgbClr val="FFFFFF"/>
                </a:solidFill>
                <a:latin typeface="Arial"/>
                <a:ea typeface="Arial"/>
                <a:cs typeface="Arial"/>
                <a:sym typeface="Arial"/>
              </a:defRPr>
            </a:lvl7pPr>
            <a:lvl8pPr indent="0" lvl="7" marL="0" marR="0" rtl="0" algn="l">
              <a:spcBef>
                <a:spcPts val="0"/>
              </a:spcBef>
              <a:buNone/>
              <a:defRPr b="1" sz="1050">
                <a:solidFill>
                  <a:srgbClr val="FFFFFF"/>
                </a:solidFill>
                <a:latin typeface="Arial"/>
                <a:ea typeface="Arial"/>
                <a:cs typeface="Arial"/>
                <a:sym typeface="Arial"/>
              </a:defRPr>
            </a:lvl8pPr>
            <a:lvl9pPr indent="0" lvl="8" marL="0" marR="0" rtl="0" algn="l">
              <a:spcBef>
                <a:spcPts val="0"/>
              </a:spcBef>
              <a:buNone/>
              <a:defRPr b="1" sz="1050">
                <a:solidFill>
                  <a:srgbClr val="FFFFFF"/>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jpg"/><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4" name="Shape 174"/>
        <p:cNvGrpSpPr/>
        <p:nvPr/>
      </p:nvGrpSpPr>
      <p:grpSpPr>
        <a:xfrm>
          <a:off x="0" y="0"/>
          <a:ext cx="0" cy="0"/>
          <a:chOff x="0" y="0"/>
          <a:chExt cx="0" cy="0"/>
        </a:xfrm>
      </p:grpSpPr>
      <p:sp>
        <p:nvSpPr>
          <p:cNvPr id="175" name="Google Shape;175;p1"/>
          <p:cNvSpPr txBox="1"/>
          <p:nvPr>
            <p:ph type="ctrTitle"/>
          </p:nvPr>
        </p:nvSpPr>
        <p:spPr>
          <a:xfrm>
            <a:off x="685800" y="1371600"/>
            <a:ext cx="7848600" cy="1927225"/>
          </a:xfrm>
          <a:prstGeom prst="rect">
            <a:avLst/>
          </a:prstGeom>
          <a:noFill/>
          <a:ln>
            <a:noFill/>
          </a:ln>
        </p:spPr>
        <p:txBody>
          <a:bodyPr anchorCtr="0" anchor="b" bIns="45700" lIns="91425" spcFirstLastPara="1" rIns="91425" wrap="square" tIns="45700">
            <a:noAutofit/>
          </a:bodyPr>
          <a:lstStyle/>
          <a:p>
            <a:pPr indent="0" lvl="0" marL="0" rtl="0" algn="l">
              <a:spcBef>
                <a:spcPts val="0"/>
              </a:spcBef>
              <a:spcAft>
                <a:spcPts val="0"/>
              </a:spcAft>
              <a:buClr>
                <a:schemeClr val="dk2"/>
              </a:buClr>
              <a:buSzPts val="3200"/>
              <a:buFont typeface="Arial"/>
              <a:buNone/>
            </a:pPr>
            <a:r>
              <a:rPr b="1" lang="en-US" sz="3200"/>
              <a:t>BASIC BIOSIGNAL MANIPULATION USING NUMPY - MATPLOTLIB</a:t>
            </a:r>
            <a:endParaRPr b="1" sz="3200"/>
          </a:p>
        </p:txBody>
      </p:sp>
      <p:sp>
        <p:nvSpPr>
          <p:cNvPr id="176" name="Google Shape;176;p1"/>
          <p:cNvSpPr txBox="1"/>
          <p:nvPr>
            <p:ph idx="1" type="subTitle"/>
          </p:nvPr>
        </p:nvSpPr>
        <p:spPr>
          <a:xfrm>
            <a:off x="685800" y="3505200"/>
            <a:ext cx="6400800" cy="1752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rPr lang="en-US"/>
              <a:t>John Fredy Ochoa Gómez</a:t>
            </a:r>
            <a:endParaRPr/>
          </a:p>
          <a:p>
            <a:pPr indent="0" lvl="0" marL="0" rtl="0" algn="l">
              <a:spcBef>
                <a:spcPts val="480"/>
              </a:spcBef>
              <a:spcAft>
                <a:spcPts val="0"/>
              </a:spcAft>
              <a:buSzPts val="2040"/>
              <a:buNone/>
            </a:pPr>
            <a:r>
              <a:rPr lang="en-US"/>
              <a:t>Bioengineering Department</a:t>
            </a:r>
            <a:endParaRPr/>
          </a:p>
          <a:p>
            <a:pPr indent="0" lvl="0" marL="0" rtl="0" algn="l">
              <a:spcBef>
                <a:spcPts val="480"/>
              </a:spcBef>
              <a:spcAft>
                <a:spcPts val="0"/>
              </a:spcAft>
              <a:buSzPts val="2040"/>
              <a:buNone/>
            </a:pPr>
            <a:r>
              <a:rPr lang="en-US"/>
              <a:t>University of Antioquia</a:t>
            </a:r>
            <a:endParaRPr/>
          </a:p>
          <a:p>
            <a:pPr indent="0" lvl="0" marL="0" rtl="0" algn="l">
              <a:spcBef>
                <a:spcPts val="480"/>
              </a:spcBef>
              <a:spcAft>
                <a:spcPts val="0"/>
              </a:spcAft>
              <a:buSzPts val="2040"/>
              <a:buNone/>
            </a:pPr>
            <a:r>
              <a:t/>
            </a:r>
            <a:endParaRPr/>
          </a:p>
        </p:txBody>
      </p:sp>
      <p:pic>
        <p:nvPicPr>
          <p:cNvPr descr="Image result for gibicgroup" id="177" name="Google Shape;177;p1"/>
          <p:cNvPicPr preferRelativeResize="0"/>
          <p:nvPr/>
        </p:nvPicPr>
        <p:blipFill rotWithShape="1">
          <a:blip r:embed="rId3">
            <a:alphaModFix/>
          </a:blip>
          <a:srcRect b="0" l="75925" r="0" t="0"/>
          <a:stretch/>
        </p:blipFill>
        <p:spPr>
          <a:xfrm>
            <a:off x="7821672" y="6030295"/>
            <a:ext cx="1334507" cy="83439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2" name="Shape 182"/>
        <p:cNvGrpSpPr/>
        <p:nvPr/>
      </p:nvGrpSpPr>
      <p:grpSpPr>
        <a:xfrm>
          <a:off x="0" y="0"/>
          <a:ext cx="0" cy="0"/>
          <a:chOff x="0" y="0"/>
          <a:chExt cx="0" cy="0"/>
        </a:xfrm>
      </p:grpSpPr>
      <p:sp>
        <p:nvSpPr>
          <p:cNvPr id="183" name="Google Shape;183;p2"/>
          <p:cNvSpPr txBox="1"/>
          <p:nvPr>
            <p:ph type="title"/>
          </p:nvPr>
        </p:nvSpPr>
        <p:spPr>
          <a:xfrm>
            <a:off x="457200" y="6096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lang="en-US" sz="3240">
                <a:solidFill>
                  <a:schemeClr val="dk2"/>
                </a:solidFill>
              </a:rPr>
              <a:t>CONTENT</a:t>
            </a:r>
            <a:br>
              <a:rPr lang="en-US" sz="3600">
                <a:solidFill>
                  <a:schemeClr val="dk2"/>
                </a:solidFill>
              </a:rPr>
            </a:br>
            <a:r>
              <a:rPr lang="en-US" sz="1620"/>
              <a:t>  </a:t>
            </a:r>
            <a:endParaRPr sz="1620"/>
          </a:p>
        </p:txBody>
      </p:sp>
      <p:sp>
        <p:nvSpPr>
          <p:cNvPr id="184" name="Google Shape;184;p2"/>
          <p:cNvSpPr txBox="1"/>
          <p:nvPr>
            <p:ph idx="1" type="body"/>
          </p:nvPr>
        </p:nvSpPr>
        <p:spPr>
          <a:xfrm>
            <a:off x="152400" y="1295400"/>
            <a:ext cx="8763000" cy="5334000"/>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chemeClr val="dk1"/>
              </a:buClr>
              <a:buSzPts val="2400"/>
              <a:buFont typeface="Arial"/>
              <a:buAutoNum type="arabicPeriod"/>
            </a:pPr>
            <a:r>
              <a:rPr b="1" lang="en-US">
                <a:latin typeface="Bodoni"/>
                <a:ea typeface="Bodoni"/>
                <a:cs typeface="Bodoni"/>
                <a:sym typeface="Bodoni"/>
              </a:rPr>
              <a:t>Introduction</a:t>
            </a:r>
            <a:endParaRPr b="1">
              <a:latin typeface="Bodoni"/>
              <a:ea typeface="Bodoni"/>
              <a:cs typeface="Bodoni"/>
              <a:sym typeface="Bodoni"/>
            </a:endParaRPr>
          </a:p>
          <a:p>
            <a:pPr indent="-304800" lvl="0" marL="457200" rtl="0" algn="l">
              <a:spcBef>
                <a:spcPts val="480"/>
              </a:spcBef>
              <a:spcAft>
                <a:spcPts val="0"/>
              </a:spcAft>
              <a:buClr>
                <a:schemeClr val="dk1"/>
              </a:buClr>
              <a:buSzPts val="2400"/>
              <a:buFont typeface="Arial"/>
              <a:buNone/>
            </a:pPr>
            <a:r>
              <a:t/>
            </a:r>
            <a:endParaRPr b="1">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File formats</a:t>
            </a:r>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Signal manipulation</a:t>
            </a:r>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Basic statistics</a:t>
            </a:r>
            <a:endParaRPr>
              <a:latin typeface="Bodoni"/>
              <a:ea typeface="Bodoni"/>
              <a:cs typeface="Bodoni"/>
              <a:sym typeface="Bodoni"/>
            </a:endParaRPr>
          </a:p>
        </p:txBody>
      </p:sp>
      <p:sp>
        <p:nvSpPr>
          <p:cNvPr id="185" name="Google Shape;185;p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0" name="Shape 190"/>
        <p:cNvGrpSpPr/>
        <p:nvPr/>
      </p:nvGrpSpPr>
      <p:grpSpPr>
        <a:xfrm>
          <a:off x="0" y="0"/>
          <a:ext cx="0" cy="0"/>
          <a:chOff x="0" y="0"/>
          <a:chExt cx="0" cy="0"/>
        </a:xfrm>
      </p:grpSpPr>
      <p:sp>
        <p:nvSpPr>
          <p:cNvPr id="191" name="Google Shape;191;p3"/>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192" name="Google Shape;192;p3"/>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Introduction</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In this part of the course we need to use the data commonly acquired by the biomedical instrumentation in a format commonly use in a data science environment using libraries commonly used in the industry</a:t>
            </a:r>
            <a:endParaRPr/>
          </a:p>
          <a:p>
            <a:pPr indent="-53339" lvl="0" marL="182880" rtl="0" algn="l">
              <a:spcBef>
                <a:spcPts val="480"/>
              </a:spcBef>
              <a:spcAft>
                <a:spcPts val="0"/>
              </a:spcAft>
              <a:buSzPts val="2040"/>
              <a:buNone/>
            </a:pPr>
            <a:r>
              <a:t/>
            </a:r>
            <a:endParaRPr/>
          </a:p>
        </p:txBody>
      </p:sp>
      <p:sp>
        <p:nvSpPr>
          <p:cNvPr id="193" name="Google Shape;193;p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194" name="Google Shape;194;p3"/>
          <p:cNvPicPr preferRelativeResize="0"/>
          <p:nvPr/>
        </p:nvPicPr>
        <p:blipFill rotWithShape="1">
          <a:blip r:embed="rId3">
            <a:alphaModFix/>
          </a:blip>
          <a:srcRect b="0" l="0" r="0" t="0"/>
          <a:stretch/>
        </p:blipFill>
        <p:spPr>
          <a:xfrm>
            <a:off x="441002" y="3422095"/>
            <a:ext cx="2209800" cy="3283505"/>
          </a:xfrm>
          <a:prstGeom prst="rect">
            <a:avLst/>
          </a:prstGeom>
          <a:noFill/>
          <a:ln>
            <a:noFill/>
          </a:ln>
        </p:spPr>
      </p:pic>
      <p:sp>
        <p:nvSpPr>
          <p:cNvPr id="195" name="Google Shape;195;p3"/>
          <p:cNvSpPr/>
          <p:nvPr/>
        </p:nvSpPr>
        <p:spPr>
          <a:xfrm>
            <a:off x="3573301" y="3574494"/>
            <a:ext cx="2209800" cy="2971800"/>
          </a:xfrm>
          <a:prstGeom prst="rect">
            <a:avLst/>
          </a:prstGeom>
          <a:solidFill>
            <a:schemeClr val="accent1"/>
          </a:solidFill>
          <a:ln cap="flat" cmpd="sng" w="26425">
            <a:solidFill>
              <a:srgbClr val="6B76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chemeClr val="lt1"/>
                </a:solidFill>
                <a:latin typeface="Arial"/>
                <a:ea typeface="Arial"/>
                <a:cs typeface="Arial"/>
                <a:sym typeface="Arial"/>
              </a:rPr>
              <a:t>PYTHON DATA SCIENCE FRAMEWORK</a:t>
            </a:r>
            <a:endParaRPr/>
          </a:p>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a:p>
            <a:pPr indent="0" lvl="0" marL="0" marR="0" rtl="0" algn="ctr">
              <a:spcBef>
                <a:spcPts val="0"/>
              </a:spcBef>
              <a:spcAft>
                <a:spcPts val="0"/>
              </a:spcAft>
              <a:buNone/>
            </a:pPr>
            <a:r>
              <a:rPr b="0" i="0" lang="en-US" sz="1800" u="none" cap="none" strike="noStrike">
                <a:solidFill>
                  <a:schemeClr val="lt1"/>
                </a:solidFill>
                <a:latin typeface="Arial"/>
                <a:ea typeface="Arial"/>
                <a:cs typeface="Arial"/>
                <a:sym typeface="Arial"/>
              </a:rPr>
              <a:t>NUMPY</a:t>
            </a:r>
            <a:endParaRPr/>
          </a:p>
          <a:p>
            <a:pPr indent="0" lvl="0" marL="0" marR="0" rtl="0" algn="ctr">
              <a:spcBef>
                <a:spcPts val="0"/>
              </a:spcBef>
              <a:spcAft>
                <a:spcPts val="0"/>
              </a:spcAft>
              <a:buNone/>
            </a:pPr>
            <a:r>
              <a:rPr b="0" i="0" lang="en-US" sz="1800" u="none" cap="none" strike="noStrike">
                <a:solidFill>
                  <a:schemeClr val="lt1"/>
                </a:solidFill>
                <a:latin typeface="Arial"/>
                <a:ea typeface="Arial"/>
                <a:cs typeface="Arial"/>
                <a:sym typeface="Arial"/>
              </a:rPr>
              <a:t>PANDAS</a:t>
            </a:r>
            <a:endParaRPr/>
          </a:p>
          <a:p>
            <a:pPr indent="0" lvl="0" marL="0" marR="0" rtl="0" algn="ctr">
              <a:spcBef>
                <a:spcPts val="0"/>
              </a:spcBef>
              <a:spcAft>
                <a:spcPts val="0"/>
              </a:spcAft>
              <a:buNone/>
            </a:pPr>
            <a:r>
              <a:rPr b="0" i="0" lang="en-US" sz="1800" u="none" cap="none" strike="noStrike">
                <a:solidFill>
                  <a:schemeClr val="lt1"/>
                </a:solidFill>
                <a:latin typeface="Arial"/>
                <a:ea typeface="Arial"/>
                <a:cs typeface="Arial"/>
                <a:sym typeface="Arial"/>
              </a:rPr>
              <a:t>MATPLOTLIB</a:t>
            </a:r>
            <a:endParaRPr/>
          </a:p>
        </p:txBody>
      </p:sp>
      <p:pic>
        <p:nvPicPr>
          <p:cNvPr id="196" name="Google Shape;196;p3"/>
          <p:cNvPicPr preferRelativeResize="0"/>
          <p:nvPr/>
        </p:nvPicPr>
        <p:blipFill rotWithShape="1">
          <a:blip r:embed="rId4">
            <a:alphaModFix/>
          </a:blip>
          <a:srcRect b="6666" l="7778" r="6665" t="8889"/>
          <a:stretch/>
        </p:blipFill>
        <p:spPr>
          <a:xfrm>
            <a:off x="6656877" y="3851811"/>
            <a:ext cx="2350921" cy="2320389"/>
          </a:xfrm>
          <a:prstGeom prst="rect">
            <a:avLst/>
          </a:prstGeom>
          <a:noFill/>
          <a:ln>
            <a:noFill/>
          </a:ln>
        </p:spPr>
      </p:pic>
      <p:sp>
        <p:nvSpPr>
          <p:cNvPr id="197" name="Google Shape;197;p3"/>
          <p:cNvSpPr txBox="1"/>
          <p:nvPr/>
        </p:nvSpPr>
        <p:spPr>
          <a:xfrm>
            <a:off x="825192" y="2903561"/>
            <a:ext cx="1441420"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Arial"/>
                <a:ea typeface="Arial"/>
                <a:cs typeface="Arial"/>
                <a:sym typeface="Arial"/>
              </a:rPr>
              <a:t>Acquisition</a:t>
            </a:r>
            <a:endParaRPr b="1" sz="1800">
              <a:solidFill>
                <a:schemeClr val="dk1"/>
              </a:solidFill>
              <a:latin typeface="Arial"/>
              <a:ea typeface="Arial"/>
              <a:cs typeface="Arial"/>
              <a:sym typeface="Arial"/>
            </a:endParaRPr>
          </a:p>
        </p:txBody>
      </p:sp>
      <p:sp>
        <p:nvSpPr>
          <p:cNvPr id="198" name="Google Shape;198;p3"/>
          <p:cNvSpPr txBox="1"/>
          <p:nvPr/>
        </p:nvSpPr>
        <p:spPr>
          <a:xfrm>
            <a:off x="3874134" y="2903561"/>
            <a:ext cx="160813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Manipulation</a:t>
            </a:r>
            <a:endParaRPr b="1" sz="1800">
              <a:solidFill>
                <a:schemeClr val="dk1"/>
              </a:solidFill>
              <a:latin typeface="Arial"/>
              <a:ea typeface="Arial"/>
              <a:cs typeface="Arial"/>
              <a:sym typeface="Arial"/>
            </a:endParaRPr>
          </a:p>
        </p:txBody>
      </p:sp>
      <p:sp>
        <p:nvSpPr>
          <p:cNvPr id="199" name="Google Shape;199;p3"/>
          <p:cNvSpPr txBox="1"/>
          <p:nvPr/>
        </p:nvSpPr>
        <p:spPr>
          <a:xfrm>
            <a:off x="7265515" y="2903561"/>
            <a:ext cx="113364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Arial"/>
                <a:ea typeface="Arial"/>
                <a:cs typeface="Arial"/>
                <a:sym typeface="Arial"/>
              </a:rPr>
              <a:t>Analysis</a:t>
            </a:r>
            <a:endParaRPr b="1" sz="1800">
              <a:solidFill>
                <a:schemeClr val="dk1"/>
              </a:solidFill>
              <a:latin typeface="Arial"/>
              <a:ea typeface="Arial"/>
              <a:cs typeface="Arial"/>
              <a:sym typeface="Arial"/>
            </a:endParaRPr>
          </a:p>
        </p:txBody>
      </p:sp>
      <p:sp>
        <p:nvSpPr>
          <p:cNvPr id="200" name="Google Shape;200;p3"/>
          <p:cNvSpPr/>
          <p:nvPr/>
        </p:nvSpPr>
        <p:spPr>
          <a:xfrm>
            <a:off x="2743200" y="4876800"/>
            <a:ext cx="762000" cy="457200"/>
          </a:xfrm>
          <a:prstGeom prst="rightArrow">
            <a:avLst>
              <a:gd fmla="val 50000" name="adj1"/>
              <a:gd fmla="val 50000" name="adj2"/>
            </a:avLst>
          </a:prstGeom>
          <a:solidFill>
            <a:schemeClr val="accent1"/>
          </a:solidFill>
          <a:ln cap="flat" cmpd="sng" w="26425">
            <a:solidFill>
              <a:srgbClr val="6B76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201" name="Google Shape;201;p3"/>
          <p:cNvSpPr/>
          <p:nvPr/>
        </p:nvSpPr>
        <p:spPr>
          <a:xfrm>
            <a:off x="5867400" y="4831794"/>
            <a:ext cx="762000" cy="457200"/>
          </a:xfrm>
          <a:prstGeom prst="rightArrow">
            <a:avLst>
              <a:gd fmla="val 50000" name="adj1"/>
              <a:gd fmla="val 50000" name="adj2"/>
            </a:avLst>
          </a:prstGeom>
          <a:solidFill>
            <a:schemeClr val="accent1"/>
          </a:solidFill>
          <a:ln cap="flat" cmpd="sng" w="26425">
            <a:solidFill>
              <a:srgbClr val="6B766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6" name="Shape 206"/>
        <p:cNvGrpSpPr/>
        <p:nvPr/>
      </p:nvGrpSpPr>
      <p:grpSpPr>
        <a:xfrm>
          <a:off x="0" y="0"/>
          <a:ext cx="0" cy="0"/>
          <a:chOff x="0" y="0"/>
          <a:chExt cx="0" cy="0"/>
        </a:xfrm>
      </p:grpSpPr>
      <p:sp>
        <p:nvSpPr>
          <p:cNvPr id="207" name="Google Shape;207;p4"/>
          <p:cNvSpPr txBox="1"/>
          <p:nvPr>
            <p:ph type="title"/>
          </p:nvPr>
        </p:nvSpPr>
        <p:spPr>
          <a:xfrm>
            <a:off x="457200" y="6096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lang="en-US" sz="3240">
                <a:solidFill>
                  <a:schemeClr val="dk2"/>
                </a:solidFill>
              </a:rPr>
              <a:t>CONTENT</a:t>
            </a:r>
            <a:br>
              <a:rPr lang="en-US" sz="3600">
                <a:solidFill>
                  <a:schemeClr val="dk2"/>
                </a:solidFill>
              </a:rPr>
            </a:br>
            <a:r>
              <a:rPr lang="en-US" sz="1620"/>
              <a:t>  </a:t>
            </a:r>
            <a:endParaRPr sz="1620"/>
          </a:p>
        </p:txBody>
      </p:sp>
      <p:sp>
        <p:nvSpPr>
          <p:cNvPr id="208" name="Google Shape;208;p4"/>
          <p:cNvSpPr txBox="1"/>
          <p:nvPr>
            <p:ph idx="1" type="body"/>
          </p:nvPr>
        </p:nvSpPr>
        <p:spPr>
          <a:xfrm>
            <a:off x="152400" y="1295400"/>
            <a:ext cx="8763000" cy="5334000"/>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chemeClr val="dk1"/>
              </a:buClr>
              <a:buSzPts val="2400"/>
              <a:buFont typeface="Arial"/>
              <a:buAutoNum type="arabicPeriod"/>
            </a:pPr>
            <a:r>
              <a:rPr lang="en-US">
                <a:latin typeface="Bodoni"/>
                <a:ea typeface="Bodoni"/>
                <a:cs typeface="Bodoni"/>
                <a:sym typeface="Bodoni"/>
              </a:rPr>
              <a:t>Introduction</a:t>
            </a:r>
            <a:endParaRPr/>
          </a:p>
          <a:p>
            <a:pPr indent="-304800" lvl="0" marL="457200" rtl="0" algn="l">
              <a:spcBef>
                <a:spcPts val="480"/>
              </a:spcBef>
              <a:spcAft>
                <a:spcPts val="0"/>
              </a:spcAft>
              <a:buClr>
                <a:schemeClr val="dk1"/>
              </a:buClr>
              <a:buSzPts val="2400"/>
              <a:buFont typeface="Arial"/>
              <a:buNone/>
            </a:pPr>
            <a:r>
              <a:t/>
            </a:r>
            <a:endParaRPr b="1">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b="1" lang="en-US">
                <a:latin typeface="Bodoni"/>
                <a:ea typeface="Bodoni"/>
                <a:cs typeface="Bodoni"/>
                <a:sym typeface="Bodoni"/>
              </a:rPr>
              <a:t>File formats</a:t>
            </a:r>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Montage</a:t>
            </a:r>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Signal manipulation</a:t>
            </a:r>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Basic statistics</a:t>
            </a:r>
            <a:endParaRPr/>
          </a:p>
          <a:p>
            <a:pPr indent="0" lvl="0" marL="0" rtl="0" algn="l">
              <a:spcBef>
                <a:spcPts val="480"/>
              </a:spcBef>
              <a:spcAft>
                <a:spcPts val="0"/>
              </a:spcAft>
              <a:buClr>
                <a:schemeClr val="dk1"/>
              </a:buClr>
              <a:buSzPts val="2400"/>
              <a:buNone/>
            </a:pPr>
            <a:r>
              <a:t/>
            </a:r>
            <a:endParaRPr>
              <a:latin typeface="Bodoni"/>
              <a:ea typeface="Bodoni"/>
              <a:cs typeface="Bodoni"/>
              <a:sym typeface="Bodoni"/>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p:txBody>
      </p:sp>
      <p:sp>
        <p:nvSpPr>
          <p:cNvPr id="209" name="Google Shape;209;p4"/>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4" name="Shape 214"/>
        <p:cNvGrpSpPr/>
        <p:nvPr/>
      </p:nvGrpSpPr>
      <p:grpSpPr>
        <a:xfrm>
          <a:off x="0" y="0"/>
          <a:ext cx="0" cy="0"/>
          <a:chOff x="0" y="0"/>
          <a:chExt cx="0" cy="0"/>
        </a:xfrm>
      </p:grpSpPr>
      <p:sp>
        <p:nvSpPr>
          <p:cNvPr id="215" name="Google Shape;215;p5"/>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16" name="Google Shape;216;p5"/>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File formats</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T</a:t>
            </a:r>
            <a:r>
              <a:rPr lang="en-US"/>
              <a:t>here are so many formats for Biosignals.</a:t>
            </a:r>
            <a:endParaRPr/>
          </a:p>
          <a:p>
            <a:pPr indent="-53339" lvl="0" marL="182880" rtl="0" algn="just">
              <a:spcBef>
                <a:spcPts val="480"/>
              </a:spcBef>
              <a:spcAft>
                <a:spcPts val="0"/>
              </a:spcAft>
              <a:buSzPts val="2040"/>
              <a:buNone/>
            </a:pPr>
            <a:r>
              <a:t/>
            </a:r>
            <a:endParaRPr/>
          </a:p>
          <a:p>
            <a:pPr indent="-182880" lvl="0" marL="182880" rtl="0" algn="just">
              <a:spcBef>
                <a:spcPts val="480"/>
              </a:spcBef>
              <a:spcAft>
                <a:spcPts val="0"/>
              </a:spcAft>
              <a:buSzPts val="2040"/>
              <a:buChar char="•"/>
            </a:pPr>
            <a:r>
              <a:rPr lang="en-US"/>
              <a:t>The following slides will show different formats and examples, existing different possibilities, to load in Python</a:t>
            </a:r>
            <a:endParaRPr/>
          </a:p>
          <a:p>
            <a:pPr indent="-53339" lvl="0" marL="182880" rtl="0" algn="l">
              <a:spcBef>
                <a:spcPts val="480"/>
              </a:spcBef>
              <a:spcAft>
                <a:spcPts val="0"/>
              </a:spcAft>
              <a:buSzPts val="2040"/>
              <a:buNone/>
            </a:pPr>
            <a:r>
              <a:t/>
            </a:r>
            <a:endParaRPr/>
          </a:p>
        </p:txBody>
      </p:sp>
      <p:sp>
        <p:nvSpPr>
          <p:cNvPr id="217" name="Google Shape;217;p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2" name="Shape 222"/>
        <p:cNvGrpSpPr/>
        <p:nvPr/>
      </p:nvGrpSpPr>
      <p:grpSpPr>
        <a:xfrm>
          <a:off x="0" y="0"/>
          <a:ext cx="0" cy="0"/>
          <a:chOff x="0" y="0"/>
          <a:chExt cx="0" cy="0"/>
        </a:xfrm>
      </p:grpSpPr>
      <p:sp>
        <p:nvSpPr>
          <p:cNvPr id="223" name="Google Shape;223;p6"/>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24" name="Google Shape;224;p6"/>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File formats</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Matlab format: the scipy library is used to load the information in the .mat file. </a:t>
            </a:r>
            <a:endParaRPr/>
          </a:p>
          <a:p>
            <a:pPr indent="0" lvl="0" marL="182880" rtl="0" algn="just">
              <a:spcBef>
                <a:spcPts val="480"/>
              </a:spcBef>
              <a:spcAft>
                <a:spcPts val="0"/>
              </a:spcAft>
              <a:buNone/>
            </a:pPr>
            <a:r>
              <a:t/>
            </a:r>
            <a:endParaRPr/>
          </a:p>
          <a:p>
            <a:pPr indent="-182880" lvl="0" marL="182880" rtl="0" algn="just">
              <a:spcBef>
                <a:spcPts val="480"/>
              </a:spcBef>
              <a:spcAft>
                <a:spcPts val="0"/>
              </a:spcAft>
              <a:buSzPts val="2040"/>
              <a:buChar char="•"/>
            </a:pPr>
            <a:r>
              <a:rPr lang="en-US"/>
              <a:t>The information loaded is assigned to a dictionary variable where is necessary to extract the field with the signal and related information</a:t>
            </a:r>
            <a:endParaRPr/>
          </a:p>
          <a:p>
            <a:pPr indent="-53339" lvl="0" marL="182880" rtl="0" algn="l">
              <a:spcBef>
                <a:spcPts val="480"/>
              </a:spcBef>
              <a:spcAft>
                <a:spcPts val="0"/>
              </a:spcAft>
              <a:buSzPts val="2040"/>
              <a:buNone/>
            </a:pPr>
            <a:r>
              <a:t/>
            </a:r>
            <a:endParaRPr/>
          </a:p>
        </p:txBody>
      </p:sp>
      <p:sp>
        <p:nvSpPr>
          <p:cNvPr id="225" name="Google Shape;225;p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pic>
        <p:nvPicPr>
          <p:cNvPr id="226" name="Google Shape;226;p6"/>
          <p:cNvPicPr preferRelativeResize="0"/>
          <p:nvPr/>
        </p:nvPicPr>
        <p:blipFill rotWithShape="1">
          <a:blip r:embed="rId3">
            <a:alphaModFix/>
          </a:blip>
          <a:srcRect b="53125" l="3472" r="55271" t="20833"/>
          <a:stretch/>
        </p:blipFill>
        <p:spPr>
          <a:xfrm>
            <a:off x="781050" y="3810000"/>
            <a:ext cx="7508099" cy="266447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1" name="Shape 231"/>
        <p:cNvGrpSpPr/>
        <p:nvPr/>
      </p:nvGrpSpPr>
      <p:grpSpPr>
        <a:xfrm>
          <a:off x="0" y="0"/>
          <a:ext cx="0" cy="0"/>
          <a:chOff x="0" y="0"/>
          <a:chExt cx="0" cy="0"/>
        </a:xfrm>
      </p:grpSpPr>
      <p:sp>
        <p:nvSpPr>
          <p:cNvPr id="232" name="Google Shape;232;p10"/>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33" name="Google Shape;233;p1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34" name="Google Shape;234;p10"/>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To solve</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Describe the basic attributes of the ndarray</a:t>
            </a:r>
            <a:endParaRPr/>
          </a:p>
          <a:p>
            <a:pPr indent="-53339" lvl="0" marL="182880" rtl="0" algn="just">
              <a:spcBef>
                <a:spcPts val="480"/>
              </a:spcBef>
              <a:spcAft>
                <a:spcPts val="0"/>
              </a:spcAft>
              <a:buSzPts val="2040"/>
              <a:buNone/>
            </a:pPr>
            <a:r>
              <a:t/>
            </a:r>
            <a:endParaRPr/>
          </a:p>
          <a:p>
            <a:pPr indent="0" lvl="0" marL="0" rtl="0" algn="just">
              <a:spcBef>
                <a:spcPts val="480"/>
              </a:spcBef>
              <a:spcAft>
                <a:spcPts val="0"/>
              </a:spcAft>
              <a:buSzPts val="2040"/>
              <a:buNone/>
            </a:pPr>
            <a:r>
              <a:t/>
            </a:r>
            <a:endParaRPr/>
          </a:p>
        </p:txBody>
      </p:sp>
      <p:pic>
        <p:nvPicPr>
          <p:cNvPr id="235" name="Google Shape;235;p10"/>
          <p:cNvPicPr preferRelativeResize="0"/>
          <p:nvPr/>
        </p:nvPicPr>
        <p:blipFill>
          <a:blip r:embed="rId3">
            <a:alphaModFix/>
          </a:blip>
          <a:stretch>
            <a:fillRect/>
          </a:stretch>
        </p:blipFill>
        <p:spPr>
          <a:xfrm>
            <a:off x="228600" y="2600327"/>
            <a:ext cx="8763001" cy="171400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0" name="Shape 240"/>
        <p:cNvGrpSpPr/>
        <p:nvPr/>
      </p:nvGrpSpPr>
      <p:grpSpPr>
        <a:xfrm>
          <a:off x="0" y="0"/>
          <a:ext cx="0" cy="0"/>
          <a:chOff x="0" y="0"/>
          <a:chExt cx="0" cy="0"/>
        </a:xfrm>
      </p:grpSpPr>
      <p:sp>
        <p:nvSpPr>
          <p:cNvPr id="241" name="Google Shape;241;g7524c3530b_0_0"/>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42" name="Google Shape;242;g7524c3530b_0_0"/>
          <p:cNvSpPr txBox="1"/>
          <p:nvPr>
            <p:ph idx="12" type="sldNum"/>
          </p:nvPr>
        </p:nvSpPr>
        <p:spPr>
          <a:xfrm>
            <a:off x="7620000" y="18288"/>
            <a:ext cx="1066800" cy="3291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43" name="Google Shape;243;g7524c3530b_0_0"/>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To solve</a:t>
            </a:r>
            <a:endParaRPr/>
          </a:p>
          <a:p>
            <a:pPr indent="-182880" lvl="0" marL="182880" rtl="0" algn="just">
              <a:spcBef>
                <a:spcPts val="480"/>
              </a:spcBef>
              <a:spcAft>
                <a:spcPts val="0"/>
              </a:spcAft>
              <a:buSzPts val="2040"/>
              <a:buChar char="•"/>
            </a:pPr>
            <a:r>
              <a:rPr lang="en-US"/>
              <a:t>For the eight EEG channels loaded, obtain a plot similar, not equal because the picture is from the web, to:</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182880" lvl="0" marL="182880" rtl="0" algn="just">
              <a:spcBef>
                <a:spcPts val="480"/>
              </a:spcBef>
              <a:spcAft>
                <a:spcPts val="0"/>
              </a:spcAft>
              <a:buSzPts val="2040"/>
              <a:buChar char="•"/>
            </a:pPr>
            <a:r>
              <a:rPr lang="en-US"/>
              <a:t>To obtain the space between points remember that each second 1000 samples are acquired</a:t>
            </a:r>
            <a:endParaRPr/>
          </a:p>
          <a:p>
            <a:pPr indent="-53339" lvl="0" marL="182880" rtl="0" algn="just">
              <a:spcBef>
                <a:spcPts val="480"/>
              </a:spcBef>
              <a:spcAft>
                <a:spcPts val="0"/>
              </a:spcAft>
              <a:buSzPts val="2040"/>
              <a:buNone/>
            </a:pPr>
            <a:r>
              <a:t/>
            </a:r>
            <a:endParaRPr/>
          </a:p>
          <a:p>
            <a:pPr indent="0" lvl="0" marL="0" rtl="0" algn="just">
              <a:spcBef>
                <a:spcPts val="480"/>
              </a:spcBef>
              <a:spcAft>
                <a:spcPts val="0"/>
              </a:spcAft>
              <a:buSzPts val="2040"/>
              <a:buNone/>
            </a:pPr>
            <a:r>
              <a:t/>
            </a:r>
            <a:endParaRPr/>
          </a:p>
        </p:txBody>
      </p:sp>
      <p:pic>
        <p:nvPicPr>
          <p:cNvPr id="244" name="Google Shape;244;g7524c3530b_0_0"/>
          <p:cNvPicPr preferRelativeResize="0"/>
          <p:nvPr/>
        </p:nvPicPr>
        <p:blipFill rotWithShape="1">
          <a:blip r:embed="rId3">
            <a:alphaModFix/>
          </a:blip>
          <a:srcRect b="4138" l="833" r="26665" t="23134"/>
          <a:stretch/>
        </p:blipFill>
        <p:spPr>
          <a:xfrm>
            <a:off x="936171" y="2057400"/>
            <a:ext cx="6966856" cy="304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9" name="Shape 249"/>
        <p:cNvGrpSpPr/>
        <p:nvPr/>
      </p:nvGrpSpPr>
      <p:grpSpPr>
        <a:xfrm>
          <a:off x="0" y="0"/>
          <a:ext cx="0" cy="0"/>
          <a:chOff x="0" y="0"/>
          <a:chExt cx="0" cy="0"/>
        </a:xfrm>
      </p:grpSpPr>
      <p:sp>
        <p:nvSpPr>
          <p:cNvPr id="250" name="Google Shape;250;p17"/>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51" name="Google Shape;251;p1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52" name="Google Shape;252;p17"/>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
        <p:nvSpPr>
          <p:cNvPr id="253" name="Google Shape;253;p17"/>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To solve</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Plot the eight biosignal obtained in the previous slide using a subplot of 2x4 and assign the corresponding title, and the titles of the axis, to each plot </a:t>
            </a:r>
            <a:endParaRPr/>
          </a:p>
          <a:p>
            <a:pPr indent="-182880" lvl="1" marL="457200" rtl="0" algn="just">
              <a:spcBef>
                <a:spcPts val="400"/>
              </a:spcBef>
              <a:spcAft>
                <a:spcPts val="0"/>
              </a:spcAft>
              <a:buSzPts val="1700"/>
              <a:buChar char="•"/>
            </a:pPr>
            <a:r>
              <a:rPr lang="en-US"/>
              <a:t>To obtain the space between points remember that each second 250 samples are acquired</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0" lvl="0" marL="0" rtl="0" algn="just">
              <a:spcBef>
                <a:spcPts val="480"/>
              </a:spcBef>
              <a:spcAft>
                <a:spcPts val="0"/>
              </a:spcAft>
              <a:buSzPts val="2040"/>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8" name="Shape 258"/>
        <p:cNvGrpSpPr/>
        <p:nvPr/>
      </p:nvGrpSpPr>
      <p:grpSpPr>
        <a:xfrm>
          <a:off x="0" y="0"/>
          <a:ext cx="0" cy="0"/>
          <a:chOff x="0" y="0"/>
          <a:chExt cx="0" cy="0"/>
        </a:xfrm>
      </p:grpSpPr>
      <p:sp>
        <p:nvSpPr>
          <p:cNvPr id="259" name="Google Shape;259;p18"/>
          <p:cNvSpPr txBox="1"/>
          <p:nvPr>
            <p:ph type="title"/>
          </p:nvPr>
        </p:nvSpPr>
        <p:spPr>
          <a:xfrm>
            <a:off x="457200" y="6096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lang="en-US" sz="3240">
                <a:solidFill>
                  <a:schemeClr val="dk2"/>
                </a:solidFill>
              </a:rPr>
              <a:t>CONTENT</a:t>
            </a:r>
            <a:br>
              <a:rPr lang="en-US" sz="3600">
                <a:solidFill>
                  <a:schemeClr val="dk2"/>
                </a:solidFill>
              </a:rPr>
            </a:br>
            <a:r>
              <a:rPr lang="en-US" sz="1620"/>
              <a:t>  </a:t>
            </a:r>
            <a:endParaRPr sz="1620"/>
          </a:p>
        </p:txBody>
      </p:sp>
      <p:sp>
        <p:nvSpPr>
          <p:cNvPr id="260" name="Google Shape;260;p18"/>
          <p:cNvSpPr txBox="1"/>
          <p:nvPr>
            <p:ph idx="1" type="body"/>
          </p:nvPr>
        </p:nvSpPr>
        <p:spPr>
          <a:xfrm>
            <a:off x="152400" y="1295400"/>
            <a:ext cx="8763000" cy="5334000"/>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chemeClr val="dk1"/>
              </a:buClr>
              <a:buSzPts val="2400"/>
              <a:buFont typeface="Arial"/>
              <a:buAutoNum type="arabicPeriod"/>
            </a:pPr>
            <a:r>
              <a:rPr lang="en-US">
                <a:latin typeface="Bodoni"/>
                <a:ea typeface="Bodoni"/>
                <a:cs typeface="Bodoni"/>
                <a:sym typeface="Bodoni"/>
              </a:rPr>
              <a:t>Introduction</a:t>
            </a:r>
            <a:endParaRPr/>
          </a:p>
          <a:p>
            <a:pPr indent="-304800" lvl="0" marL="457200" rtl="0" algn="l">
              <a:spcBef>
                <a:spcPts val="480"/>
              </a:spcBef>
              <a:spcAft>
                <a:spcPts val="0"/>
              </a:spcAft>
              <a:buClr>
                <a:schemeClr val="dk1"/>
              </a:buClr>
              <a:buSzPts val="2400"/>
              <a:buFont typeface="Arial"/>
              <a:buNone/>
            </a:pPr>
            <a:r>
              <a:t/>
            </a:r>
            <a:endParaRPr b="1">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File formats</a:t>
            </a:r>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b="1" lang="en-US">
                <a:latin typeface="Bodoni"/>
                <a:ea typeface="Bodoni"/>
                <a:cs typeface="Bodoni"/>
                <a:sym typeface="Bodoni"/>
              </a:rPr>
              <a:t>Signal manipulation</a:t>
            </a:r>
            <a:endParaRPr/>
          </a:p>
          <a:p>
            <a:pPr indent="-304800" lvl="0" marL="457200" rtl="0" algn="l">
              <a:spcBef>
                <a:spcPts val="480"/>
              </a:spcBef>
              <a:spcAft>
                <a:spcPts val="0"/>
              </a:spcAft>
              <a:buClr>
                <a:schemeClr val="dk1"/>
              </a:buClr>
              <a:buSzPts val="2400"/>
              <a:buFont typeface="Arial"/>
              <a:buNone/>
            </a:pPr>
            <a:r>
              <a:t/>
            </a:r>
            <a:endParaRPr b="1">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Basic statistics</a:t>
            </a:r>
            <a:endParaRPr/>
          </a:p>
          <a:p>
            <a:pPr indent="-304800" lvl="0" marL="457200" rtl="0" algn="l">
              <a:spcBef>
                <a:spcPts val="480"/>
              </a:spcBef>
              <a:spcAft>
                <a:spcPts val="0"/>
              </a:spcAft>
              <a:buClr>
                <a:schemeClr val="dk1"/>
              </a:buClr>
              <a:buSzPts val="2400"/>
              <a:buFont typeface="Arial"/>
              <a:buNone/>
            </a:pPr>
            <a:r>
              <a:t/>
            </a:r>
            <a:endParaRPr b="1">
              <a:latin typeface="Bodoni"/>
              <a:ea typeface="Bodoni"/>
              <a:cs typeface="Bodoni"/>
              <a:sym typeface="Bodoni"/>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p:txBody>
      </p:sp>
      <p:sp>
        <p:nvSpPr>
          <p:cNvPr id="261" name="Google Shape;261;p1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62" name="Google Shape;262;p18"/>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7" name="Shape 267"/>
        <p:cNvGrpSpPr/>
        <p:nvPr/>
      </p:nvGrpSpPr>
      <p:grpSpPr>
        <a:xfrm>
          <a:off x="0" y="0"/>
          <a:ext cx="0" cy="0"/>
          <a:chOff x="0" y="0"/>
          <a:chExt cx="0" cy="0"/>
        </a:xfrm>
      </p:grpSpPr>
      <p:sp>
        <p:nvSpPr>
          <p:cNvPr id="268" name="Google Shape;268;p19"/>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69" name="Google Shape;269;p1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70" name="Google Shape;270;p19"/>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
        <p:nvSpPr>
          <p:cNvPr id="271" name="Google Shape;271;p19"/>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Signal manipulation</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For the following examples we will load a pre-processed signal</a:t>
            </a:r>
            <a:endParaRPr/>
          </a:p>
          <a:p>
            <a:pPr indent="-53339" lvl="0" marL="182880" rtl="0" algn="l">
              <a:spcBef>
                <a:spcPts val="480"/>
              </a:spcBef>
              <a:spcAft>
                <a:spcPts val="0"/>
              </a:spcAft>
              <a:buSzPts val="2040"/>
              <a:buNone/>
            </a:pPr>
            <a:r>
              <a:t/>
            </a:r>
            <a:endParaRPr/>
          </a:p>
        </p:txBody>
      </p:sp>
      <p:pic>
        <p:nvPicPr>
          <p:cNvPr id="272" name="Google Shape;272;p19"/>
          <p:cNvPicPr preferRelativeResize="0"/>
          <p:nvPr/>
        </p:nvPicPr>
        <p:blipFill rotWithShape="1">
          <a:blip r:embed="rId3">
            <a:alphaModFix/>
          </a:blip>
          <a:srcRect b="33333" l="3734" r="52928" t="23958"/>
          <a:stretch/>
        </p:blipFill>
        <p:spPr>
          <a:xfrm>
            <a:off x="169818" y="2225040"/>
            <a:ext cx="5611294" cy="3108960"/>
          </a:xfrm>
          <a:prstGeom prst="rect">
            <a:avLst/>
          </a:prstGeom>
          <a:noFill/>
          <a:ln>
            <a:noFill/>
          </a:ln>
        </p:spPr>
      </p:pic>
      <p:pic>
        <p:nvPicPr>
          <p:cNvPr id="273" name="Google Shape;273;p19"/>
          <p:cNvPicPr preferRelativeResize="0"/>
          <p:nvPr/>
        </p:nvPicPr>
        <p:blipFill rotWithShape="1">
          <a:blip r:embed="rId4">
            <a:alphaModFix/>
          </a:blip>
          <a:srcRect b="15625" l="63867" r="3733" t="64246"/>
          <a:stretch/>
        </p:blipFill>
        <p:spPr>
          <a:xfrm>
            <a:off x="4953000" y="5334000"/>
            <a:ext cx="4095206" cy="143038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8" name="Shape 278"/>
        <p:cNvGrpSpPr/>
        <p:nvPr/>
      </p:nvGrpSpPr>
      <p:grpSpPr>
        <a:xfrm>
          <a:off x="0" y="0"/>
          <a:ext cx="0" cy="0"/>
          <a:chOff x="0" y="0"/>
          <a:chExt cx="0" cy="0"/>
        </a:xfrm>
      </p:grpSpPr>
      <p:sp>
        <p:nvSpPr>
          <p:cNvPr id="279" name="Google Shape;279;p20"/>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80" name="Google Shape;280;p2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81" name="Google Shape;281;p20"/>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
        <p:nvSpPr>
          <p:cNvPr id="282" name="Google Shape;282;p20"/>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Signal manipulation</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This signal is divided in trials, also named epochs or segments, where each trial is composed of points</a:t>
            </a:r>
            <a:endParaRPr/>
          </a:p>
          <a:p>
            <a:pPr indent="-53339" lvl="0" marL="182880" rtl="0" algn="just">
              <a:spcBef>
                <a:spcPts val="480"/>
              </a:spcBef>
              <a:spcAft>
                <a:spcPts val="0"/>
              </a:spcAft>
              <a:buSzPts val="2040"/>
              <a:buNone/>
            </a:pPr>
            <a:r>
              <a:t/>
            </a:r>
            <a:endParaRPr/>
          </a:p>
          <a:p>
            <a:pPr indent="-182880" lvl="0" marL="182880" rtl="0" algn="just">
              <a:spcBef>
                <a:spcPts val="480"/>
              </a:spcBef>
              <a:spcAft>
                <a:spcPts val="0"/>
              </a:spcAft>
              <a:buSzPts val="2040"/>
              <a:buChar char="•"/>
            </a:pPr>
            <a:r>
              <a:rPr lang="en-US"/>
              <a:t>So, we have: 8 channels, 2000 points (for trial), and 180 trials</a:t>
            </a:r>
            <a:endParaRPr/>
          </a:p>
          <a:p>
            <a:pPr indent="-53339" lvl="0" marL="182880" rtl="0" algn="l">
              <a:spcBef>
                <a:spcPts val="480"/>
              </a:spcBef>
              <a:spcAft>
                <a:spcPts val="0"/>
              </a:spcAft>
              <a:buSzPts val="2040"/>
              <a:buNone/>
            </a:pPr>
            <a:r>
              <a:t/>
            </a:r>
            <a:endParaRPr/>
          </a:p>
          <a:p>
            <a:pPr indent="0" lvl="0" marL="0" rtl="0" algn="ctr">
              <a:spcBef>
                <a:spcPts val="480"/>
              </a:spcBef>
              <a:spcAft>
                <a:spcPts val="0"/>
              </a:spcAft>
              <a:buSzPts val="2040"/>
              <a:buNone/>
            </a:pPr>
            <a:r>
              <a:t/>
            </a:r>
            <a:endParaRPr/>
          </a:p>
        </p:txBody>
      </p:sp>
      <p:pic>
        <p:nvPicPr>
          <p:cNvPr id="283" name="Google Shape;283;p20"/>
          <p:cNvPicPr preferRelativeResize="0"/>
          <p:nvPr/>
        </p:nvPicPr>
        <p:blipFill rotWithShape="1">
          <a:blip r:embed="rId3">
            <a:alphaModFix/>
          </a:blip>
          <a:srcRect b="23320" l="63867" r="3733" t="73719"/>
          <a:stretch/>
        </p:blipFill>
        <p:spPr>
          <a:xfrm>
            <a:off x="710852" y="3124200"/>
            <a:ext cx="7417496" cy="381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8" name="Shape 288"/>
        <p:cNvGrpSpPr/>
        <p:nvPr/>
      </p:nvGrpSpPr>
      <p:grpSpPr>
        <a:xfrm>
          <a:off x="0" y="0"/>
          <a:ext cx="0" cy="0"/>
          <a:chOff x="0" y="0"/>
          <a:chExt cx="0" cy="0"/>
        </a:xfrm>
      </p:grpSpPr>
      <p:sp>
        <p:nvSpPr>
          <p:cNvPr id="289" name="Google Shape;289;p21"/>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90" name="Google Shape;290;p2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291" name="Google Shape;291;p21"/>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
        <p:nvSpPr>
          <p:cNvPr id="292" name="Google Shape;292;p21"/>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040"/>
              <a:buNone/>
            </a:pPr>
            <a:r>
              <a:rPr b="1" lang="en-US"/>
              <a:t>To solve</a:t>
            </a:r>
            <a:endParaRPr b="1"/>
          </a:p>
          <a:p>
            <a:pPr indent="0" lvl="0" marL="0" rtl="0" algn="ctr">
              <a:spcBef>
                <a:spcPts val="480"/>
              </a:spcBef>
              <a:spcAft>
                <a:spcPts val="0"/>
              </a:spcAft>
              <a:buSzPts val="2040"/>
              <a:buNone/>
            </a:pPr>
            <a:r>
              <a:t/>
            </a:r>
            <a:endParaRPr b="1"/>
          </a:p>
          <a:p>
            <a:pPr indent="-182880" lvl="0" marL="182880" rtl="0" algn="just">
              <a:spcBef>
                <a:spcPts val="480"/>
              </a:spcBef>
              <a:spcAft>
                <a:spcPts val="0"/>
              </a:spcAft>
              <a:buSzPts val="2040"/>
              <a:buChar char="•"/>
            </a:pPr>
            <a:r>
              <a:rPr lang="en-US"/>
              <a:t>For the signal, plot the trial 120, channel 2</a:t>
            </a:r>
            <a:endParaRPr/>
          </a:p>
          <a:p>
            <a:pPr indent="-182880" lvl="0" marL="182880" rtl="0" algn="just">
              <a:spcBef>
                <a:spcPts val="480"/>
              </a:spcBef>
              <a:spcAft>
                <a:spcPts val="0"/>
              </a:spcAft>
              <a:buSzPts val="2040"/>
              <a:buChar char="•"/>
            </a:pPr>
            <a:r>
              <a:rPr lang="en-US"/>
              <a:t>Plot all the channels, separated, trial 100</a:t>
            </a:r>
            <a:endParaRPr/>
          </a:p>
          <a:p>
            <a:pPr indent="-182880" lvl="0" marL="182880" rtl="0" algn="just">
              <a:spcBef>
                <a:spcPts val="480"/>
              </a:spcBef>
              <a:spcAft>
                <a:spcPts val="0"/>
              </a:spcAft>
              <a:buSzPts val="2040"/>
              <a:buChar char="•"/>
            </a:pPr>
            <a:r>
              <a:rPr lang="en-US"/>
              <a:t>Plot the first channel, first epoch</a:t>
            </a:r>
            <a:endParaRPr/>
          </a:p>
          <a:p>
            <a:pPr indent="-182880" lvl="1" marL="457200" rtl="0" algn="just">
              <a:spcBef>
                <a:spcPts val="400"/>
              </a:spcBef>
              <a:spcAft>
                <a:spcPts val="0"/>
              </a:spcAft>
              <a:buSzPts val="1700"/>
              <a:buChar char="•"/>
            </a:pPr>
            <a:r>
              <a:rPr lang="en-US"/>
              <a:t>To obtain the space between points remember that each second 1000 samples are acquired</a:t>
            </a:r>
            <a:endParaRPr/>
          </a:p>
          <a:p>
            <a:pPr indent="-53339" lvl="0" marL="182880" rtl="0" algn="just">
              <a:spcBef>
                <a:spcPts val="480"/>
              </a:spcBef>
              <a:spcAft>
                <a:spcPts val="0"/>
              </a:spcAft>
              <a:buSzPts val="204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7" name="Shape 297"/>
        <p:cNvGrpSpPr/>
        <p:nvPr/>
      </p:nvGrpSpPr>
      <p:grpSpPr>
        <a:xfrm>
          <a:off x="0" y="0"/>
          <a:ext cx="0" cy="0"/>
          <a:chOff x="0" y="0"/>
          <a:chExt cx="0" cy="0"/>
        </a:xfrm>
      </p:grpSpPr>
      <p:sp>
        <p:nvSpPr>
          <p:cNvPr id="298" name="Google Shape;298;p22"/>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299" name="Google Shape;299;p22"/>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00" name="Google Shape;300;p22"/>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
        <p:nvSpPr>
          <p:cNvPr id="301" name="Google Shape;301;p22"/>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Signal manipulation</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This signal is divided in trials, also named epochs or segments, where each trial is composed of points</a:t>
            </a:r>
            <a:endParaRPr/>
          </a:p>
          <a:p>
            <a:pPr indent="-53339" lvl="0" marL="182880" rtl="0" algn="just">
              <a:spcBef>
                <a:spcPts val="480"/>
              </a:spcBef>
              <a:spcAft>
                <a:spcPts val="0"/>
              </a:spcAft>
              <a:buSzPts val="2040"/>
              <a:buNone/>
            </a:pPr>
            <a:r>
              <a:t/>
            </a:r>
            <a:endParaRPr/>
          </a:p>
          <a:p>
            <a:pPr indent="-182880" lvl="0" marL="182880" rtl="0" algn="just">
              <a:spcBef>
                <a:spcPts val="480"/>
              </a:spcBef>
              <a:spcAft>
                <a:spcPts val="0"/>
              </a:spcAft>
              <a:buSzPts val="2040"/>
              <a:buChar char="•"/>
            </a:pPr>
            <a:r>
              <a:rPr lang="en-US"/>
              <a:t>So, we have: 8 channels, 2000 points (for trial), and 180 trials</a:t>
            </a:r>
            <a:endParaRPr/>
          </a:p>
          <a:p>
            <a:pPr indent="-53339" lvl="0" marL="182880" rtl="0" algn="l">
              <a:spcBef>
                <a:spcPts val="480"/>
              </a:spcBef>
              <a:spcAft>
                <a:spcPts val="0"/>
              </a:spcAft>
              <a:buSzPts val="2040"/>
              <a:buNone/>
            </a:pPr>
            <a:r>
              <a:t/>
            </a:r>
            <a:endParaRPr/>
          </a:p>
          <a:p>
            <a:pPr indent="-53339" lvl="0" marL="182880" rtl="0" algn="l">
              <a:spcBef>
                <a:spcPts val="480"/>
              </a:spcBef>
              <a:spcAft>
                <a:spcPts val="0"/>
              </a:spcAft>
              <a:buSzPts val="2040"/>
              <a:buNone/>
            </a:pPr>
            <a:r>
              <a:t/>
            </a:r>
            <a:endParaRPr/>
          </a:p>
          <a:p>
            <a:pPr indent="0" lvl="0" marL="0" rtl="0" algn="ctr">
              <a:spcBef>
                <a:spcPts val="480"/>
              </a:spcBef>
              <a:spcAft>
                <a:spcPts val="0"/>
              </a:spcAft>
              <a:buSzPts val="2040"/>
              <a:buNone/>
            </a:pPr>
            <a:r>
              <a:rPr b="1" lang="en-US"/>
              <a:t>To solve</a:t>
            </a:r>
            <a:endParaRPr b="1"/>
          </a:p>
          <a:p>
            <a:pPr indent="-53339" lvl="0" marL="182880" rtl="0" algn="l">
              <a:spcBef>
                <a:spcPts val="480"/>
              </a:spcBef>
              <a:spcAft>
                <a:spcPts val="0"/>
              </a:spcAft>
              <a:buSzPts val="2040"/>
              <a:buNone/>
            </a:pPr>
            <a:r>
              <a:t/>
            </a:r>
            <a:endParaRPr/>
          </a:p>
          <a:p>
            <a:pPr indent="-182880" lvl="0" marL="182880" rtl="0" algn="l">
              <a:spcBef>
                <a:spcPts val="480"/>
              </a:spcBef>
              <a:spcAft>
                <a:spcPts val="0"/>
              </a:spcAft>
              <a:buSzPts val="2040"/>
              <a:buChar char="•"/>
            </a:pPr>
            <a:r>
              <a:rPr lang="en-US"/>
              <a:t>How we can change the shape of the signal to obtain a new signal with dimensions: 8 channels, 2000 x 180 points?</a:t>
            </a:r>
            <a:endParaRPr/>
          </a:p>
          <a:p>
            <a:pPr indent="-182880" lvl="1" marL="457200" rtl="0" algn="l">
              <a:spcBef>
                <a:spcPts val="400"/>
              </a:spcBef>
              <a:spcAft>
                <a:spcPts val="0"/>
              </a:spcAft>
              <a:buSzPts val="1700"/>
              <a:buChar char="•"/>
            </a:pPr>
            <a:r>
              <a:rPr lang="en-US"/>
              <a:t>Use the numpy’s method reshape and evaluate the different options, A, B, C, F, comparing the signal obtained (compare with the first channel first epoch of the segmented signal)</a:t>
            </a:r>
            <a:endParaRPr/>
          </a:p>
        </p:txBody>
      </p:sp>
      <p:pic>
        <p:nvPicPr>
          <p:cNvPr id="302" name="Google Shape;302;p22"/>
          <p:cNvPicPr preferRelativeResize="0"/>
          <p:nvPr/>
        </p:nvPicPr>
        <p:blipFill rotWithShape="1">
          <a:blip r:embed="rId3">
            <a:alphaModFix/>
          </a:blip>
          <a:srcRect b="23320" l="63867" r="3733" t="73719"/>
          <a:stretch/>
        </p:blipFill>
        <p:spPr>
          <a:xfrm>
            <a:off x="710852" y="3124200"/>
            <a:ext cx="7417496" cy="38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7" name="Shape 307"/>
        <p:cNvGrpSpPr/>
        <p:nvPr/>
      </p:nvGrpSpPr>
      <p:grpSpPr>
        <a:xfrm>
          <a:off x="0" y="0"/>
          <a:ext cx="0" cy="0"/>
          <a:chOff x="0" y="0"/>
          <a:chExt cx="0" cy="0"/>
        </a:xfrm>
      </p:grpSpPr>
      <p:sp>
        <p:nvSpPr>
          <p:cNvPr id="308" name="Google Shape;308;p25"/>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309" name="Google Shape;309;p2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10" name="Google Shape;310;p25"/>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
        <p:nvSpPr>
          <p:cNvPr id="311" name="Google Shape;311;p25"/>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Signal manipulation</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The division of the signal in epochs is a common approach in exams where a stimuli or condition is frequently repeated</a:t>
            </a:r>
            <a:endParaRPr/>
          </a:p>
          <a:p>
            <a:pPr indent="-53339" lvl="0" marL="182880" rtl="0" algn="l">
              <a:spcBef>
                <a:spcPts val="480"/>
              </a:spcBef>
              <a:spcAft>
                <a:spcPts val="0"/>
              </a:spcAft>
              <a:buSzPts val="2040"/>
              <a:buNone/>
            </a:pPr>
            <a:r>
              <a:t/>
            </a:r>
            <a:endParaRPr/>
          </a:p>
        </p:txBody>
      </p:sp>
      <p:pic>
        <p:nvPicPr>
          <p:cNvPr id="312" name="Google Shape;312;p25"/>
          <p:cNvPicPr preferRelativeResize="0"/>
          <p:nvPr/>
        </p:nvPicPr>
        <p:blipFill rotWithShape="1">
          <a:blip r:embed="rId3">
            <a:alphaModFix/>
          </a:blip>
          <a:srcRect b="14583" l="3733" r="43558" t="56250"/>
          <a:stretch/>
        </p:blipFill>
        <p:spPr>
          <a:xfrm>
            <a:off x="492578" y="2133600"/>
            <a:ext cx="8082643" cy="2514600"/>
          </a:xfrm>
          <a:prstGeom prst="rect">
            <a:avLst/>
          </a:prstGeom>
          <a:noFill/>
          <a:ln>
            <a:noFill/>
          </a:ln>
        </p:spPr>
      </p:pic>
      <p:pic>
        <p:nvPicPr>
          <p:cNvPr id="313" name="Google Shape;313;p25"/>
          <p:cNvPicPr preferRelativeResize="0"/>
          <p:nvPr/>
        </p:nvPicPr>
        <p:blipFill rotWithShape="1">
          <a:blip r:embed="rId3">
            <a:alphaModFix/>
          </a:blip>
          <a:srcRect b="34375" l="59371" r="7246" t="60416"/>
          <a:stretch/>
        </p:blipFill>
        <p:spPr>
          <a:xfrm>
            <a:off x="4572000" y="4991100"/>
            <a:ext cx="4343400" cy="381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8" name="Shape 318"/>
        <p:cNvGrpSpPr/>
        <p:nvPr/>
      </p:nvGrpSpPr>
      <p:grpSpPr>
        <a:xfrm>
          <a:off x="0" y="0"/>
          <a:ext cx="0" cy="0"/>
          <a:chOff x="0" y="0"/>
          <a:chExt cx="0" cy="0"/>
        </a:xfrm>
      </p:grpSpPr>
      <p:sp>
        <p:nvSpPr>
          <p:cNvPr id="319" name="Google Shape;319;p26"/>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
        <p:nvSpPr>
          <p:cNvPr id="320" name="Google Shape;320;p26"/>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21" name="Google Shape;321;p26"/>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
        <p:nvSpPr>
          <p:cNvPr id="322" name="Google Shape;322;p26"/>
          <p:cNvSpPr txBox="1"/>
          <p:nvPr>
            <p:ph idx="1" type="body"/>
          </p:nvPr>
        </p:nvSpPr>
        <p:spPr>
          <a:xfrm>
            <a:off x="152400" y="838200"/>
            <a:ext cx="8763000" cy="5334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Clr>
                <a:schemeClr val="dk1"/>
              </a:buClr>
              <a:buSzPts val="2400"/>
              <a:buNone/>
            </a:pPr>
            <a:r>
              <a:rPr b="1" lang="en-US">
                <a:latin typeface="Bodoni"/>
                <a:ea typeface="Bodoni"/>
                <a:cs typeface="Bodoni"/>
                <a:sym typeface="Bodoni"/>
              </a:rPr>
              <a:t>To solve</a:t>
            </a:r>
            <a:endParaRPr b="1">
              <a:latin typeface="Bodoni"/>
              <a:ea typeface="Bodoni"/>
              <a:cs typeface="Bodoni"/>
              <a:sym typeface="Bodoni"/>
            </a:endParaRPr>
          </a:p>
          <a:p>
            <a:pPr indent="-182880" lvl="0" marL="182880" rtl="0" algn="just">
              <a:spcBef>
                <a:spcPts val="480"/>
              </a:spcBef>
              <a:spcAft>
                <a:spcPts val="0"/>
              </a:spcAft>
              <a:buSzPts val="2040"/>
              <a:buChar char="•"/>
            </a:pPr>
            <a:r>
              <a:rPr lang="en-US"/>
              <a:t>Average all the epochs for each signal to obtain two new signals with dimensions 58x1150</a:t>
            </a:r>
            <a:endParaRPr/>
          </a:p>
          <a:p>
            <a:pPr indent="-53339" lvl="0" marL="182880" rtl="0" algn="just">
              <a:spcBef>
                <a:spcPts val="480"/>
              </a:spcBef>
              <a:spcAft>
                <a:spcPts val="0"/>
              </a:spcAft>
              <a:buSzPts val="2040"/>
              <a:buNone/>
            </a:pPr>
            <a:r>
              <a:t/>
            </a:r>
            <a:endParaRPr/>
          </a:p>
          <a:p>
            <a:pPr indent="-182880" lvl="0" marL="182880" rtl="0" algn="just">
              <a:spcBef>
                <a:spcPts val="480"/>
              </a:spcBef>
              <a:spcAft>
                <a:spcPts val="0"/>
              </a:spcAft>
              <a:buSzPts val="2040"/>
              <a:buChar char="•"/>
            </a:pPr>
            <a:r>
              <a:rPr lang="en-US"/>
              <a:t>Construct a subplot of 5x4, in each entry plot one of the last 20 channels for the average of epochs for condicion_frecuente and condicion_infrecuente</a:t>
            </a:r>
            <a:endParaRPr/>
          </a:p>
          <a:p>
            <a:pPr indent="-53339" lvl="0" marL="182880" rtl="0" algn="just">
              <a:spcBef>
                <a:spcPts val="480"/>
              </a:spcBef>
              <a:spcAft>
                <a:spcPts val="0"/>
              </a:spcAft>
              <a:buSzPts val="2040"/>
              <a:buNone/>
            </a:pPr>
            <a:r>
              <a:t/>
            </a:r>
            <a:endParaRPr/>
          </a:p>
          <a:p>
            <a:pPr indent="-182880" lvl="2" marL="457200" rtl="0" algn="just">
              <a:spcBef>
                <a:spcPts val="360"/>
              </a:spcBef>
              <a:spcAft>
                <a:spcPts val="0"/>
              </a:spcAft>
              <a:buSzPts val="1620"/>
              <a:buChar char="•"/>
            </a:pPr>
            <a:r>
              <a:rPr lang="en-US"/>
              <a:t>To obtain the space between points remember that each second 1000 samples are acquired</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53339" lvl="0" marL="182880" rtl="0" algn="just">
              <a:spcBef>
                <a:spcPts val="480"/>
              </a:spcBef>
              <a:spcAft>
                <a:spcPts val="0"/>
              </a:spcAft>
              <a:buSzPts val="2040"/>
              <a:buNone/>
            </a:pPr>
            <a:r>
              <a:t/>
            </a:r>
            <a:endParaRPr/>
          </a:p>
          <a:p>
            <a:pPr indent="-53339" lvl="0" marL="182880" rtl="0" algn="l">
              <a:spcBef>
                <a:spcPts val="480"/>
              </a:spcBef>
              <a:spcAft>
                <a:spcPts val="0"/>
              </a:spcAft>
              <a:buSzPts val="204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7" name="Shape 327"/>
        <p:cNvGrpSpPr/>
        <p:nvPr/>
      </p:nvGrpSpPr>
      <p:grpSpPr>
        <a:xfrm>
          <a:off x="0" y="0"/>
          <a:ext cx="0" cy="0"/>
          <a:chOff x="0" y="0"/>
          <a:chExt cx="0" cy="0"/>
        </a:xfrm>
      </p:grpSpPr>
      <p:sp>
        <p:nvSpPr>
          <p:cNvPr id="328" name="Google Shape;328;p27"/>
          <p:cNvSpPr txBox="1"/>
          <p:nvPr>
            <p:ph type="title"/>
          </p:nvPr>
        </p:nvSpPr>
        <p:spPr>
          <a:xfrm>
            <a:off x="457200" y="6096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lang="en-US" sz="3240">
                <a:solidFill>
                  <a:schemeClr val="dk2"/>
                </a:solidFill>
              </a:rPr>
              <a:t>CONTENT</a:t>
            </a:r>
            <a:br>
              <a:rPr lang="en-US" sz="3600">
                <a:solidFill>
                  <a:schemeClr val="dk2"/>
                </a:solidFill>
              </a:rPr>
            </a:br>
            <a:r>
              <a:rPr lang="en-US" sz="1620"/>
              <a:t>  </a:t>
            </a:r>
            <a:endParaRPr sz="1620"/>
          </a:p>
        </p:txBody>
      </p:sp>
      <p:sp>
        <p:nvSpPr>
          <p:cNvPr id="329" name="Google Shape;329;p27"/>
          <p:cNvSpPr txBox="1"/>
          <p:nvPr>
            <p:ph idx="1" type="body"/>
          </p:nvPr>
        </p:nvSpPr>
        <p:spPr>
          <a:xfrm>
            <a:off x="152400" y="1295400"/>
            <a:ext cx="8763000" cy="5334000"/>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chemeClr val="dk1"/>
              </a:buClr>
              <a:buSzPts val="2400"/>
              <a:buFont typeface="Arial"/>
              <a:buAutoNum type="arabicPeriod"/>
            </a:pPr>
            <a:r>
              <a:rPr lang="en-US">
                <a:latin typeface="Bodoni"/>
                <a:ea typeface="Bodoni"/>
                <a:cs typeface="Bodoni"/>
                <a:sym typeface="Bodoni"/>
              </a:rPr>
              <a:t>Introduction</a:t>
            </a:r>
            <a:endParaRPr/>
          </a:p>
          <a:p>
            <a:pPr indent="-304800" lvl="0" marL="457200" rtl="0" algn="l">
              <a:spcBef>
                <a:spcPts val="480"/>
              </a:spcBef>
              <a:spcAft>
                <a:spcPts val="0"/>
              </a:spcAft>
              <a:buClr>
                <a:schemeClr val="dk1"/>
              </a:buClr>
              <a:buSzPts val="2400"/>
              <a:buFont typeface="Arial"/>
              <a:buNone/>
            </a:pPr>
            <a:r>
              <a:t/>
            </a:r>
            <a:endParaRPr b="1">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File formats</a:t>
            </a:r>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Montage</a:t>
            </a:r>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lang="en-US">
                <a:latin typeface="Bodoni"/>
                <a:ea typeface="Bodoni"/>
                <a:cs typeface="Bodoni"/>
                <a:sym typeface="Bodoni"/>
              </a:rPr>
              <a:t>Signal manipulation</a:t>
            </a:r>
            <a:endParaRPr/>
          </a:p>
          <a:p>
            <a:pPr indent="-304800" lvl="0" marL="457200" rtl="0" algn="l">
              <a:spcBef>
                <a:spcPts val="480"/>
              </a:spcBef>
              <a:spcAft>
                <a:spcPts val="0"/>
              </a:spcAft>
              <a:buClr>
                <a:schemeClr val="dk1"/>
              </a:buClr>
              <a:buSzPts val="2400"/>
              <a:buFont typeface="Arial"/>
              <a:buNone/>
            </a:pPr>
            <a:r>
              <a:t/>
            </a:r>
            <a:endParaRPr b="1">
              <a:latin typeface="Bodoni"/>
              <a:ea typeface="Bodoni"/>
              <a:cs typeface="Bodoni"/>
              <a:sym typeface="Bodoni"/>
            </a:endParaRPr>
          </a:p>
          <a:p>
            <a:pPr indent="-457200" lvl="0" marL="457200" rtl="0" algn="l">
              <a:spcBef>
                <a:spcPts val="480"/>
              </a:spcBef>
              <a:spcAft>
                <a:spcPts val="0"/>
              </a:spcAft>
              <a:buClr>
                <a:schemeClr val="dk1"/>
              </a:buClr>
              <a:buSzPts val="2400"/>
              <a:buFont typeface="Arial"/>
              <a:buAutoNum type="arabicPeriod"/>
            </a:pPr>
            <a:r>
              <a:rPr b="1" lang="en-US">
                <a:latin typeface="Bodoni"/>
                <a:ea typeface="Bodoni"/>
                <a:cs typeface="Bodoni"/>
                <a:sym typeface="Bodoni"/>
              </a:rPr>
              <a:t>Basic statistics</a:t>
            </a:r>
            <a:endParaRPr/>
          </a:p>
          <a:p>
            <a:pPr indent="-304800" lvl="0" marL="457200" rtl="0" algn="l">
              <a:spcBef>
                <a:spcPts val="480"/>
              </a:spcBef>
              <a:spcAft>
                <a:spcPts val="0"/>
              </a:spcAft>
              <a:buClr>
                <a:schemeClr val="dk1"/>
              </a:buClr>
              <a:buSzPts val="2400"/>
              <a:buFont typeface="Arial"/>
              <a:buNone/>
            </a:pPr>
            <a:r>
              <a:t/>
            </a:r>
            <a:endParaRPr b="1">
              <a:latin typeface="Bodoni"/>
              <a:ea typeface="Bodoni"/>
              <a:cs typeface="Bodoni"/>
              <a:sym typeface="Bodoni"/>
            </a:endParaRPr>
          </a:p>
          <a:p>
            <a:pPr indent="-304800" lvl="0" marL="457200" rtl="0" algn="l">
              <a:spcBef>
                <a:spcPts val="480"/>
              </a:spcBef>
              <a:spcAft>
                <a:spcPts val="0"/>
              </a:spcAft>
              <a:buClr>
                <a:schemeClr val="dk1"/>
              </a:buClr>
              <a:buSzPts val="2400"/>
              <a:buFont typeface="Arial"/>
              <a:buNone/>
            </a:pPr>
            <a:r>
              <a:t/>
            </a:r>
            <a:endParaRPr>
              <a:latin typeface="Bodoni"/>
              <a:ea typeface="Bodoni"/>
              <a:cs typeface="Bodoni"/>
              <a:sym typeface="Bodoni"/>
            </a:endParaRPr>
          </a:p>
        </p:txBody>
      </p:sp>
      <p:sp>
        <p:nvSpPr>
          <p:cNvPr id="330" name="Google Shape;330;p2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t>‹#›</a:t>
            </a:fld>
            <a:endParaRPr/>
          </a:p>
        </p:txBody>
      </p:sp>
      <p:sp>
        <p:nvSpPr>
          <p:cNvPr id="331" name="Google Shape;331;p27"/>
          <p:cNvSpPr txBox="1"/>
          <p:nvPr>
            <p:ph idx="11" type="ftr"/>
          </p:nvPr>
        </p:nvSpPr>
        <p:spPr>
          <a:xfrm>
            <a:off x="1219200" y="18288"/>
            <a:ext cx="6400800" cy="36271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b="1" lang="en-US"/>
              <a:t>Biomedical Signal Processing</a:t>
            </a:r>
            <a:endParaRPr i="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6" name="Shape 336"/>
        <p:cNvGrpSpPr/>
        <p:nvPr/>
      </p:nvGrpSpPr>
      <p:grpSpPr>
        <a:xfrm>
          <a:off x="0" y="0"/>
          <a:ext cx="0" cy="0"/>
          <a:chOff x="0" y="0"/>
          <a:chExt cx="0" cy="0"/>
        </a:xfrm>
      </p:grpSpPr>
      <p:sp>
        <p:nvSpPr>
          <p:cNvPr id="337" name="Google Shape;337;p28"/>
          <p:cNvSpPr txBox="1"/>
          <p:nvPr>
            <p:ph idx="1" type="body"/>
          </p:nvPr>
        </p:nvSpPr>
        <p:spPr>
          <a:xfrm>
            <a:off x="228600" y="1485900"/>
            <a:ext cx="8686800" cy="4000500"/>
          </a:xfrm>
          <a:prstGeom prst="rect">
            <a:avLst/>
          </a:prstGeom>
          <a:noFill/>
          <a:ln>
            <a:noFill/>
          </a:ln>
        </p:spPr>
        <p:txBody>
          <a:bodyPr anchorCtr="0" anchor="t" bIns="45700" lIns="91425" spcFirstLastPara="1" rIns="91425" wrap="square" tIns="45700">
            <a:noAutofit/>
          </a:bodyPr>
          <a:lstStyle/>
          <a:p>
            <a:pPr indent="-129540" lvl="0" marL="137160" rtl="0" algn="just">
              <a:spcBef>
                <a:spcPts val="0"/>
              </a:spcBef>
              <a:spcAft>
                <a:spcPts val="0"/>
              </a:spcAft>
              <a:buSzPts val="2040"/>
              <a:buChar char="•"/>
            </a:pPr>
            <a:r>
              <a:rPr lang="en-US" sz="2400"/>
              <a:t>A deterministic signal is one whose value at a given instant of time may be computed using a closed-form mathematical function of time, or predicted from a knowledge of a few past values of the signal. </a:t>
            </a:r>
            <a:endParaRPr/>
          </a:p>
          <a:p>
            <a:pPr indent="0" lvl="0" marL="137160" rtl="0" algn="just">
              <a:spcBef>
                <a:spcPts val="480"/>
              </a:spcBef>
              <a:spcAft>
                <a:spcPts val="0"/>
              </a:spcAft>
              <a:buSzPts val="2040"/>
              <a:buNone/>
            </a:pPr>
            <a:r>
              <a:t/>
            </a:r>
            <a:endParaRPr sz="2400"/>
          </a:p>
          <a:p>
            <a:pPr indent="-129540" lvl="0" marL="137160" rtl="0" algn="just">
              <a:spcBef>
                <a:spcPts val="480"/>
              </a:spcBef>
              <a:spcAft>
                <a:spcPts val="0"/>
              </a:spcAft>
              <a:buSzPts val="2040"/>
              <a:buChar char="•"/>
            </a:pPr>
            <a:r>
              <a:rPr lang="en-US" sz="2400"/>
              <a:t>A signal that does not meet these condition may be labeled as a nondeterministic signal or a random signal.</a:t>
            </a:r>
            <a:endParaRPr/>
          </a:p>
          <a:p>
            <a:pPr indent="0" lvl="0" marL="137160" rtl="0" algn="just">
              <a:spcBef>
                <a:spcPts val="480"/>
              </a:spcBef>
              <a:spcAft>
                <a:spcPts val="0"/>
              </a:spcAft>
              <a:buSzPts val="2040"/>
              <a:buNone/>
            </a:pPr>
            <a:r>
              <a:t/>
            </a:r>
            <a:endParaRPr sz="2400"/>
          </a:p>
          <a:p>
            <a:pPr indent="-129540" lvl="0" marL="137160" rtl="0" algn="just">
              <a:spcBef>
                <a:spcPts val="480"/>
              </a:spcBef>
              <a:spcAft>
                <a:spcPts val="0"/>
              </a:spcAft>
              <a:buSzPts val="2040"/>
              <a:buChar char="•"/>
            </a:pPr>
            <a:r>
              <a:rPr lang="en-US" sz="2400"/>
              <a:t>Most of the physiological signals (EEG, ECG, blood flow, human gait, etc.) are characterize by complex dynamics including both non-stationarities and non-linearities. </a:t>
            </a:r>
            <a:endParaRPr sz="2400"/>
          </a:p>
          <a:p>
            <a:pPr indent="-40005" lvl="0" marL="137160" rtl="0" algn="l">
              <a:spcBef>
                <a:spcPts val="360"/>
              </a:spcBef>
              <a:spcAft>
                <a:spcPts val="0"/>
              </a:spcAft>
              <a:buSzPts val="1530"/>
              <a:buNone/>
            </a:pPr>
            <a:r>
              <a:t/>
            </a:r>
            <a:endParaRPr/>
          </a:p>
        </p:txBody>
      </p:sp>
      <p:sp>
        <p:nvSpPr>
          <p:cNvPr id="338" name="Google Shape;338;p2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39" name="Google Shape;339;p28"/>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4" name="Shape 344"/>
        <p:cNvGrpSpPr/>
        <p:nvPr/>
      </p:nvGrpSpPr>
      <p:grpSpPr>
        <a:xfrm>
          <a:off x="0" y="0"/>
          <a:ext cx="0" cy="0"/>
          <a:chOff x="0" y="0"/>
          <a:chExt cx="0" cy="0"/>
        </a:xfrm>
      </p:grpSpPr>
      <p:sp>
        <p:nvSpPr>
          <p:cNvPr id="345" name="Google Shape;345;p33"/>
          <p:cNvSpPr txBox="1"/>
          <p:nvPr>
            <p:ph idx="1" type="body"/>
          </p:nvPr>
        </p:nvSpPr>
        <p:spPr>
          <a:xfrm>
            <a:off x="228600" y="1485900"/>
            <a:ext cx="8686800" cy="5067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040"/>
              <a:buNone/>
            </a:pPr>
            <a:r>
              <a:rPr b="1" lang="en-US" sz="2400">
                <a:latin typeface="Arial"/>
                <a:ea typeface="Arial"/>
                <a:cs typeface="Arial"/>
                <a:sym typeface="Arial"/>
              </a:rPr>
              <a:t>Centrality measures</a:t>
            </a:r>
            <a:endParaRPr b="1" sz="2400">
              <a:latin typeface="Arial"/>
              <a:ea typeface="Arial"/>
              <a:cs typeface="Arial"/>
              <a:sym typeface="Arial"/>
            </a:endParaRPr>
          </a:p>
          <a:p>
            <a:pPr indent="0" lvl="0" marL="0" rtl="0" algn="l">
              <a:spcBef>
                <a:spcPts val="480"/>
              </a:spcBef>
              <a:spcAft>
                <a:spcPts val="0"/>
              </a:spcAft>
              <a:buSzPts val="2040"/>
              <a:buNone/>
            </a:pPr>
            <a:r>
              <a:t/>
            </a:r>
            <a:endParaRPr sz="2400">
              <a:latin typeface="Arial"/>
              <a:ea typeface="Arial"/>
              <a:cs typeface="Arial"/>
              <a:sym typeface="Arial"/>
            </a:endParaRPr>
          </a:p>
          <a:p>
            <a:pPr indent="0" lvl="0" marL="0" rtl="0" algn="just">
              <a:spcBef>
                <a:spcPts val="480"/>
              </a:spcBef>
              <a:spcAft>
                <a:spcPts val="0"/>
              </a:spcAft>
              <a:buSzPts val="2040"/>
              <a:buNone/>
            </a:pPr>
            <a:r>
              <a:rPr lang="en-US" sz="2400">
                <a:latin typeface="Arial"/>
                <a:ea typeface="Arial"/>
                <a:cs typeface="Arial"/>
                <a:sym typeface="Arial"/>
              </a:rPr>
              <a:t>One common way to summarize our numerical data is to find out the central tendency of our data. </a:t>
            </a:r>
            <a:endParaRPr sz="2400">
              <a:latin typeface="Arial"/>
              <a:ea typeface="Arial"/>
              <a:cs typeface="Arial"/>
              <a:sym typeface="Arial"/>
            </a:endParaRPr>
          </a:p>
          <a:p>
            <a:pPr indent="0" lvl="0" marL="0" rtl="0" algn="just">
              <a:spcBef>
                <a:spcPts val="480"/>
              </a:spcBef>
              <a:spcAft>
                <a:spcPts val="0"/>
              </a:spcAft>
              <a:buSzPts val="2040"/>
              <a:buNone/>
            </a:pPr>
            <a:r>
              <a:t/>
            </a:r>
            <a:endParaRPr sz="2400">
              <a:latin typeface="Arial"/>
              <a:ea typeface="Arial"/>
              <a:cs typeface="Arial"/>
              <a:sym typeface="Arial"/>
            </a:endParaRPr>
          </a:p>
          <a:p>
            <a:pPr indent="0" lvl="0" marL="0" rtl="0" algn="just">
              <a:spcBef>
                <a:spcPts val="480"/>
              </a:spcBef>
              <a:spcAft>
                <a:spcPts val="0"/>
              </a:spcAft>
              <a:buSzPts val="2040"/>
              <a:buNone/>
            </a:pPr>
            <a:r>
              <a:rPr lang="en-US" sz="2400">
                <a:latin typeface="Arial"/>
                <a:ea typeface="Arial"/>
                <a:cs typeface="Arial"/>
                <a:sym typeface="Arial"/>
              </a:rPr>
              <a:t>“What is the most typical value of the voltage in our dataset?”. To address this question, we can use common measures of center: mean and median.</a:t>
            </a:r>
            <a:endParaRPr/>
          </a:p>
          <a:p>
            <a:pPr indent="0" lvl="0" marL="0" rtl="0" algn="just">
              <a:spcBef>
                <a:spcPts val="480"/>
              </a:spcBef>
              <a:spcAft>
                <a:spcPts val="0"/>
              </a:spcAft>
              <a:buSzPts val="2040"/>
              <a:buNone/>
            </a:pPr>
            <a:r>
              <a:t/>
            </a:r>
            <a:endParaRPr sz="2400">
              <a:latin typeface="Arial"/>
              <a:ea typeface="Arial"/>
              <a:cs typeface="Arial"/>
              <a:sym typeface="Arial"/>
            </a:endParaRPr>
          </a:p>
          <a:p>
            <a:pPr indent="0" lvl="0" marL="0" rtl="0" algn="ctr">
              <a:spcBef>
                <a:spcPts val="480"/>
              </a:spcBef>
              <a:spcAft>
                <a:spcPts val="0"/>
              </a:spcAft>
              <a:buSzPts val="2040"/>
              <a:buNone/>
            </a:pPr>
            <a:r>
              <a:rPr b="1" lang="en-US" sz="2400">
                <a:latin typeface="Arial"/>
                <a:ea typeface="Arial"/>
                <a:cs typeface="Arial"/>
                <a:sym typeface="Arial"/>
              </a:rPr>
              <a:t>To solve</a:t>
            </a:r>
            <a:endParaRPr/>
          </a:p>
          <a:p>
            <a:pPr indent="0" lvl="0" marL="0" rtl="0" algn="ctr">
              <a:spcBef>
                <a:spcPts val="480"/>
              </a:spcBef>
              <a:spcAft>
                <a:spcPts val="0"/>
              </a:spcAft>
              <a:buSzPts val="2040"/>
              <a:buNone/>
            </a:pPr>
            <a:r>
              <a:t/>
            </a:r>
            <a:endParaRPr sz="2400">
              <a:latin typeface="Arial"/>
              <a:ea typeface="Arial"/>
              <a:cs typeface="Arial"/>
              <a:sym typeface="Arial"/>
            </a:endParaRPr>
          </a:p>
          <a:p>
            <a:pPr indent="0" lvl="0" marL="0" rtl="0" algn="just">
              <a:spcBef>
                <a:spcPts val="480"/>
              </a:spcBef>
              <a:spcAft>
                <a:spcPts val="0"/>
              </a:spcAft>
              <a:buSzPts val="2040"/>
              <a:buNone/>
            </a:pPr>
            <a:r>
              <a:rPr lang="en-US" sz="2400">
                <a:latin typeface="Arial"/>
                <a:ea typeface="Arial"/>
                <a:cs typeface="Arial"/>
                <a:sym typeface="Arial"/>
              </a:rPr>
              <a:t>Which is the difference between mean and median?</a:t>
            </a:r>
            <a:endParaRPr sz="2400">
              <a:latin typeface="Arial"/>
              <a:ea typeface="Arial"/>
              <a:cs typeface="Arial"/>
              <a:sym typeface="Arial"/>
            </a:endParaRPr>
          </a:p>
        </p:txBody>
      </p:sp>
      <p:sp>
        <p:nvSpPr>
          <p:cNvPr id="346" name="Google Shape;346;p33"/>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47" name="Google Shape;347;p33"/>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2" name="Shape 352"/>
        <p:cNvGrpSpPr/>
        <p:nvPr/>
      </p:nvGrpSpPr>
      <p:grpSpPr>
        <a:xfrm>
          <a:off x="0" y="0"/>
          <a:ext cx="0" cy="0"/>
          <a:chOff x="0" y="0"/>
          <a:chExt cx="0" cy="0"/>
        </a:xfrm>
      </p:grpSpPr>
      <p:sp>
        <p:nvSpPr>
          <p:cNvPr id="353" name="Google Shape;353;p35"/>
          <p:cNvSpPr txBox="1"/>
          <p:nvPr>
            <p:ph idx="1" type="body"/>
          </p:nvPr>
        </p:nvSpPr>
        <p:spPr>
          <a:xfrm>
            <a:off x="228600" y="1485900"/>
            <a:ext cx="8686800" cy="5067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040"/>
              <a:buNone/>
            </a:pPr>
            <a:r>
              <a:rPr b="1" lang="en-US" sz="2400">
                <a:latin typeface="Arial"/>
                <a:ea typeface="Arial"/>
                <a:cs typeface="Arial"/>
                <a:sym typeface="Arial"/>
              </a:rPr>
              <a:t>Variability measures</a:t>
            </a:r>
            <a:endParaRPr b="1" sz="2400">
              <a:latin typeface="Arial"/>
              <a:ea typeface="Arial"/>
              <a:cs typeface="Arial"/>
              <a:sym typeface="Arial"/>
            </a:endParaRPr>
          </a:p>
          <a:p>
            <a:pPr indent="0" lvl="0" marL="0" rtl="0" algn="l">
              <a:spcBef>
                <a:spcPts val="480"/>
              </a:spcBef>
              <a:spcAft>
                <a:spcPts val="0"/>
              </a:spcAft>
              <a:buSzPts val="2040"/>
              <a:buNone/>
            </a:pPr>
            <a:r>
              <a:t/>
            </a:r>
            <a:endParaRPr sz="2400">
              <a:latin typeface="Arial"/>
              <a:ea typeface="Arial"/>
              <a:cs typeface="Arial"/>
              <a:sym typeface="Arial"/>
            </a:endParaRPr>
          </a:p>
          <a:p>
            <a:pPr indent="0" lvl="0" marL="0" rtl="0" algn="just">
              <a:spcBef>
                <a:spcPts val="480"/>
              </a:spcBef>
              <a:spcAft>
                <a:spcPts val="0"/>
              </a:spcAft>
              <a:buSzPts val="2040"/>
              <a:buNone/>
            </a:pPr>
            <a:r>
              <a:rPr lang="en-US" sz="2400">
                <a:latin typeface="Arial"/>
                <a:ea typeface="Arial"/>
                <a:cs typeface="Arial"/>
                <a:sym typeface="Arial"/>
              </a:rPr>
              <a:t>Variation is always observed in a dataset.</a:t>
            </a:r>
            <a:endParaRPr/>
          </a:p>
          <a:p>
            <a:pPr indent="0" lvl="0" marL="0" rtl="0" algn="just">
              <a:spcBef>
                <a:spcPts val="480"/>
              </a:spcBef>
              <a:spcAft>
                <a:spcPts val="0"/>
              </a:spcAft>
              <a:buSzPts val="2040"/>
              <a:buNone/>
            </a:pPr>
            <a:r>
              <a:t/>
            </a:r>
            <a:endParaRPr sz="2400">
              <a:latin typeface="Arial"/>
              <a:ea typeface="Arial"/>
              <a:cs typeface="Arial"/>
              <a:sym typeface="Arial"/>
            </a:endParaRPr>
          </a:p>
          <a:p>
            <a:pPr indent="0" lvl="0" marL="0" rtl="0" algn="just">
              <a:spcBef>
                <a:spcPts val="480"/>
              </a:spcBef>
              <a:spcAft>
                <a:spcPts val="0"/>
              </a:spcAft>
              <a:buSzPts val="2040"/>
              <a:buNone/>
            </a:pPr>
            <a:r>
              <a:rPr lang="en-US" sz="2400">
                <a:latin typeface="Arial"/>
                <a:ea typeface="Arial"/>
                <a:cs typeface="Arial"/>
                <a:sym typeface="Arial"/>
              </a:rPr>
              <a:t>The Standard Deviation (SD) is a measurement of how a set of values spread out from their mean.</a:t>
            </a:r>
            <a:endParaRPr/>
          </a:p>
          <a:p>
            <a:pPr indent="0" lvl="0" marL="0" rtl="0" algn="just">
              <a:spcBef>
                <a:spcPts val="480"/>
              </a:spcBef>
              <a:spcAft>
                <a:spcPts val="0"/>
              </a:spcAft>
              <a:buSzPts val="2040"/>
              <a:buNone/>
            </a:pPr>
            <a:r>
              <a:t/>
            </a:r>
            <a:endParaRPr sz="2400">
              <a:latin typeface="Arial"/>
              <a:ea typeface="Arial"/>
              <a:cs typeface="Arial"/>
              <a:sym typeface="Arial"/>
            </a:endParaRPr>
          </a:p>
          <a:p>
            <a:pPr indent="-137159" lvl="1" marL="342900" rtl="0" algn="just">
              <a:spcBef>
                <a:spcPts val="420"/>
              </a:spcBef>
              <a:spcAft>
                <a:spcPts val="0"/>
              </a:spcAft>
              <a:buSzPts val="1785"/>
              <a:buChar char="•"/>
            </a:pPr>
            <a:r>
              <a:rPr lang="en-US" sz="2100">
                <a:latin typeface="Arial"/>
                <a:ea typeface="Arial"/>
                <a:cs typeface="Arial"/>
                <a:sym typeface="Arial"/>
              </a:rPr>
              <a:t>SD is a positive number</a:t>
            </a:r>
            <a:endParaRPr/>
          </a:p>
          <a:p>
            <a:pPr indent="-137159" lvl="1" marL="342900" rtl="0" algn="just">
              <a:spcBef>
                <a:spcPts val="420"/>
              </a:spcBef>
              <a:spcAft>
                <a:spcPts val="0"/>
              </a:spcAft>
              <a:buSzPts val="1785"/>
              <a:buChar char="•"/>
            </a:pPr>
            <a:r>
              <a:rPr lang="en-US" sz="2100">
                <a:latin typeface="Arial"/>
                <a:ea typeface="Arial"/>
                <a:cs typeface="Arial"/>
                <a:sym typeface="Arial"/>
              </a:rPr>
              <a:t>SD is affected by outliers </a:t>
            </a:r>
            <a:endParaRPr sz="2100">
              <a:latin typeface="Arial"/>
              <a:ea typeface="Arial"/>
              <a:cs typeface="Arial"/>
              <a:sym typeface="Arial"/>
            </a:endParaRPr>
          </a:p>
          <a:p>
            <a:pPr indent="-137159" lvl="1" marL="342900" rtl="0" algn="just">
              <a:spcBef>
                <a:spcPts val="420"/>
              </a:spcBef>
              <a:spcAft>
                <a:spcPts val="0"/>
              </a:spcAft>
              <a:buSzPts val="1785"/>
              <a:buChar char="•"/>
            </a:pPr>
            <a:r>
              <a:rPr lang="en-US" sz="2100">
                <a:latin typeface="Arial"/>
                <a:ea typeface="Arial"/>
                <a:cs typeface="Arial"/>
                <a:sym typeface="Arial"/>
              </a:rPr>
              <a:t>The smallest possible value of SD is zero. </a:t>
            </a:r>
            <a:endParaRPr sz="2100">
              <a:latin typeface="Arial"/>
              <a:ea typeface="Arial"/>
              <a:cs typeface="Arial"/>
              <a:sym typeface="Arial"/>
            </a:endParaRPr>
          </a:p>
          <a:p>
            <a:pPr indent="-137159" lvl="2" marL="548640" rtl="0" algn="just">
              <a:spcBef>
                <a:spcPts val="390"/>
              </a:spcBef>
              <a:spcAft>
                <a:spcPts val="0"/>
              </a:spcAft>
              <a:buSzPts val="1755"/>
              <a:buChar char="•"/>
            </a:pPr>
            <a:r>
              <a:rPr lang="en-US" sz="1950">
                <a:latin typeface="Arial"/>
                <a:ea typeface="Arial"/>
                <a:cs typeface="Arial"/>
                <a:sym typeface="Arial"/>
              </a:rPr>
              <a:t>If SD is zero, all the numbers in a dataset have the same value.</a:t>
            </a:r>
            <a:endParaRPr sz="1950">
              <a:latin typeface="Arial"/>
              <a:ea typeface="Arial"/>
              <a:cs typeface="Arial"/>
              <a:sym typeface="Arial"/>
            </a:endParaRPr>
          </a:p>
        </p:txBody>
      </p:sp>
      <p:sp>
        <p:nvSpPr>
          <p:cNvPr id="354" name="Google Shape;354;p35"/>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55" name="Google Shape;355;p35"/>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0" name="Shape 360"/>
        <p:cNvGrpSpPr/>
        <p:nvPr/>
      </p:nvGrpSpPr>
      <p:grpSpPr>
        <a:xfrm>
          <a:off x="0" y="0"/>
          <a:ext cx="0" cy="0"/>
          <a:chOff x="0" y="0"/>
          <a:chExt cx="0" cy="0"/>
        </a:xfrm>
      </p:grpSpPr>
      <p:sp>
        <p:nvSpPr>
          <p:cNvPr id="361" name="Google Shape;361;p37"/>
          <p:cNvSpPr txBox="1"/>
          <p:nvPr>
            <p:ph idx="1" type="body"/>
          </p:nvPr>
        </p:nvSpPr>
        <p:spPr>
          <a:xfrm>
            <a:off x="228600" y="1485900"/>
            <a:ext cx="8686800" cy="5067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040"/>
              <a:buNone/>
            </a:pPr>
            <a:r>
              <a:rPr b="1" lang="en-US" sz="2400">
                <a:latin typeface="Arial"/>
                <a:ea typeface="Arial"/>
                <a:cs typeface="Arial"/>
                <a:sym typeface="Arial"/>
              </a:rPr>
              <a:t>Graphical inspection</a:t>
            </a:r>
            <a:endParaRPr/>
          </a:p>
          <a:p>
            <a:pPr indent="0" lvl="0" marL="0" rtl="0" algn="ctr">
              <a:spcBef>
                <a:spcPts val="480"/>
              </a:spcBef>
              <a:spcAft>
                <a:spcPts val="0"/>
              </a:spcAft>
              <a:buSzPts val="2040"/>
              <a:buNone/>
            </a:pPr>
            <a:r>
              <a:t/>
            </a:r>
            <a:endParaRPr b="1" sz="2400">
              <a:latin typeface="Arial"/>
              <a:ea typeface="Arial"/>
              <a:cs typeface="Arial"/>
              <a:sym typeface="Arial"/>
            </a:endParaRPr>
          </a:p>
          <a:p>
            <a:pPr indent="0" lvl="0" marL="0" rtl="0" algn="l">
              <a:spcBef>
                <a:spcPts val="480"/>
              </a:spcBef>
              <a:spcAft>
                <a:spcPts val="0"/>
              </a:spcAft>
              <a:buSzPts val="2040"/>
              <a:buNone/>
            </a:pPr>
            <a:r>
              <a:rPr b="1" lang="en-US" sz="2400"/>
              <a:t>Boxplot</a:t>
            </a:r>
            <a:endParaRPr/>
          </a:p>
          <a:p>
            <a:pPr indent="0" lvl="0" marL="0" rtl="0" algn="just">
              <a:spcBef>
                <a:spcPts val="480"/>
              </a:spcBef>
              <a:spcAft>
                <a:spcPts val="0"/>
              </a:spcAft>
              <a:buSzPts val="2040"/>
              <a:buNone/>
            </a:pPr>
            <a:r>
              <a:rPr lang="en-US" sz="2400"/>
              <a:t>One approach to reveal the data distribution is to find a </a:t>
            </a:r>
            <a:r>
              <a:rPr b="1" lang="en-US" sz="2400"/>
              <a:t>Five-Number Summary </a:t>
            </a:r>
            <a:r>
              <a:rPr lang="en-US" sz="2400"/>
              <a:t>from our dataset</a:t>
            </a:r>
            <a:r>
              <a:rPr b="1" lang="en-US" sz="2400"/>
              <a:t>. </a:t>
            </a:r>
            <a:r>
              <a:rPr lang="en-US" sz="2400"/>
              <a:t>The Five-Number Summary includes:</a:t>
            </a:r>
            <a:endParaRPr/>
          </a:p>
          <a:p>
            <a:pPr indent="-137159" lvl="1" marL="342900" rtl="0" algn="l">
              <a:spcBef>
                <a:spcPts val="400"/>
              </a:spcBef>
              <a:spcAft>
                <a:spcPts val="0"/>
              </a:spcAft>
              <a:buSzPts val="1700"/>
              <a:buChar char="•"/>
            </a:pPr>
            <a:r>
              <a:rPr lang="en-US" sz="2000"/>
              <a:t>The minimum</a:t>
            </a:r>
            <a:endParaRPr/>
          </a:p>
          <a:p>
            <a:pPr indent="-137159" lvl="1" marL="342900" rtl="0" algn="l">
              <a:spcBef>
                <a:spcPts val="400"/>
              </a:spcBef>
              <a:spcAft>
                <a:spcPts val="0"/>
              </a:spcAft>
              <a:buSzPts val="1700"/>
              <a:buChar char="•"/>
            </a:pPr>
            <a:r>
              <a:rPr lang="en-US" sz="2000"/>
              <a:t>The 25th percentile or the first quartile (Q1)</a:t>
            </a:r>
            <a:endParaRPr/>
          </a:p>
          <a:p>
            <a:pPr indent="-137159" lvl="1" marL="342900" rtl="0" algn="l">
              <a:spcBef>
                <a:spcPts val="400"/>
              </a:spcBef>
              <a:spcAft>
                <a:spcPts val="0"/>
              </a:spcAft>
              <a:buSzPts val="1700"/>
              <a:buChar char="•"/>
            </a:pPr>
            <a:r>
              <a:rPr lang="en-US" sz="2000"/>
              <a:t>The median</a:t>
            </a:r>
            <a:endParaRPr/>
          </a:p>
          <a:p>
            <a:pPr indent="-137159" lvl="1" marL="342900" rtl="0" algn="l">
              <a:spcBef>
                <a:spcPts val="400"/>
              </a:spcBef>
              <a:spcAft>
                <a:spcPts val="0"/>
              </a:spcAft>
              <a:buSzPts val="1700"/>
              <a:buChar char="•"/>
            </a:pPr>
            <a:r>
              <a:rPr lang="en-US" sz="2000"/>
              <a:t>The 75th percentile or the third quartile (Q3)</a:t>
            </a:r>
            <a:endParaRPr/>
          </a:p>
          <a:p>
            <a:pPr indent="-137159" lvl="1" marL="342900" rtl="0" algn="l">
              <a:spcBef>
                <a:spcPts val="400"/>
              </a:spcBef>
              <a:spcAft>
                <a:spcPts val="0"/>
              </a:spcAft>
              <a:buSzPts val="1700"/>
              <a:buChar char="•"/>
            </a:pPr>
            <a:r>
              <a:rPr lang="en-US" sz="2000"/>
              <a:t>The maximum</a:t>
            </a:r>
            <a:endParaRPr sz="2000"/>
          </a:p>
          <a:p>
            <a:pPr indent="0" lvl="0" marL="0" rtl="0" algn="l">
              <a:spcBef>
                <a:spcPts val="480"/>
              </a:spcBef>
              <a:spcAft>
                <a:spcPts val="0"/>
              </a:spcAft>
              <a:buSzPts val="2040"/>
              <a:buNone/>
            </a:pPr>
            <a:r>
              <a:t/>
            </a:r>
            <a:endParaRPr b="1" sz="2400">
              <a:latin typeface="Arial"/>
              <a:ea typeface="Arial"/>
              <a:cs typeface="Arial"/>
              <a:sym typeface="Arial"/>
            </a:endParaRPr>
          </a:p>
          <a:p>
            <a:pPr indent="0" lvl="0" marL="0" rtl="0" algn="l">
              <a:spcBef>
                <a:spcPts val="480"/>
              </a:spcBef>
              <a:spcAft>
                <a:spcPts val="0"/>
              </a:spcAft>
              <a:buSzPts val="2040"/>
              <a:buNone/>
            </a:pPr>
            <a:r>
              <a:rPr b="1" lang="en-US" sz="2400">
                <a:latin typeface="Arial"/>
                <a:ea typeface="Arial"/>
                <a:cs typeface="Arial"/>
                <a:sym typeface="Arial"/>
              </a:rPr>
              <a:t>To solve:</a:t>
            </a:r>
            <a:r>
              <a:rPr lang="en-US" sz="2400">
                <a:latin typeface="Arial"/>
                <a:ea typeface="Arial"/>
                <a:cs typeface="Arial"/>
                <a:sym typeface="Arial"/>
              </a:rPr>
              <a:t> What is the definition of percentile?</a:t>
            </a:r>
            <a:endParaRPr/>
          </a:p>
        </p:txBody>
      </p:sp>
      <p:sp>
        <p:nvSpPr>
          <p:cNvPr id="362" name="Google Shape;362;p37"/>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63" name="Google Shape;363;p37"/>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8" name="Shape 368"/>
        <p:cNvGrpSpPr/>
        <p:nvPr/>
      </p:nvGrpSpPr>
      <p:grpSpPr>
        <a:xfrm>
          <a:off x="0" y="0"/>
          <a:ext cx="0" cy="0"/>
          <a:chOff x="0" y="0"/>
          <a:chExt cx="0" cy="0"/>
        </a:xfrm>
      </p:grpSpPr>
      <p:sp>
        <p:nvSpPr>
          <p:cNvPr id="369" name="Google Shape;369;p38"/>
          <p:cNvSpPr txBox="1"/>
          <p:nvPr>
            <p:ph idx="1" type="body"/>
          </p:nvPr>
        </p:nvSpPr>
        <p:spPr>
          <a:xfrm>
            <a:off x="228600" y="1485900"/>
            <a:ext cx="8686800" cy="5067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040"/>
              <a:buNone/>
            </a:pPr>
            <a:r>
              <a:rPr b="1" lang="en-US" sz="2400">
                <a:latin typeface="Arial"/>
                <a:ea typeface="Arial"/>
                <a:cs typeface="Arial"/>
                <a:sym typeface="Arial"/>
              </a:rPr>
              <a:t>Graphical inspection</a:t>
            </a:r>
            <a:endParaRPr/>
          </a:p>
          <a:p>
            <a:pPr indent="0" lvl="0" marL="0" rtl="0" algn="ctr">
              <a:spcBef>
                <a:spcPts val="480"/>
              </a:spcBef>
              <a:spcAft>
                <a:spcPts val="0"/>
              </a:spcAft>
              <a:buSzPts val="2040"/>
              <a:buNone/>
            </a:pPr>
            <a:r>
              <a:t/>
            </a:r>
            <a:endParaRPr b="1" sz="2400">
              <a:latin typeface="Arial"/>
              <a:ea typeface="Arial"/>
              <a:cs typeface="Arial"/>
              <a:sym typeface="Arial"/>
            </a:endParaRPr>
          </a:p>
          <a:p>
            <a:pPr indent="0" lvl="0" marL="0" rtl="0" algn="l">
              <a:spcBef>
                <a:spcPts val="480"/>
              </a:spcBef>
              <a:spcAft>
                <a:spcPts val="0"/>
              </a:spcAft>
              <a:buSzPts val="2040"/>
              <a:buNone/>
            </a:pPr>
            <a:r>
              <a:rPr b="1" lang="en-US" sz="2400"/>
              <a:t>Boxplot</a:t>
            </a:r>
            <a:endParaRPr b="1" sz="2400"/>
          </a:p>
        </p:txBody>
      </p:sp>
      <p:sp>
        <p:nvSpPr>
          <p:cNvPr id="370" name="Google Shape;370;p38"/>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71" name="Google Shape;371;p38"/>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pic>
        <p:nvPicPr>
          <p:cNvPr id="372" name="Google Shape;372;p38"/>
          <p:cNvPicPr preferRelativeResize="0"/>
          <p:nvPr/>
        </p:nvPicPr>
        <p:blipFill rotWithShape="1">
          <a:blip r:embed="rId3">
            <a:alphaModFix/>
          </a:blip>
          <a:srcRect b="34375" l="44510" r="40849" t="25000"/>
          <a:stretch/>
        </p:blipFill>
        <p:spPr>
          <a:xfrm>
            <a:off x="3283682" y="2533650"/>
            <a:ext cx="2576635" cy="4019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7" name="Shape 377"/>
        <p:cNvGrpSpPr/>
        <p:nvPr/>
      </p:nvGrpSpPr>
      <p:grpSpPr>
        <a:xfrm>
          <a:off x="0" y="0"/>
          <a:ext cx="0" cy="0"/>
          <a:chOff x="0" y="0"/>
          <a:chExt cx="0" cy="0"/>
        </a:xfrm>
      </p:grpSpPr>
      <p:sp>
        <p:nvSpPr>
          <p:cNvPr id="378" name="Google Shape;378;p39"/>
          <p:cNvSpPr txBox="1"/>
          <p:nvPr>
            <p:ph idx="1" type="body"/>
          </p:nvPr>
        </p:nvSpPr>
        <p:spPr>
          <a:xfrm>
            <a:off x="228600" y="1485900"/>
            <a:ext cx="8686800" cy="5067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040"/>
              <a:buNone/>
            </a:pPr>
            <a:r>
              <a:rPr b="1" lang="en-US" sz="2400">
                <a:latin typeface="Arial"/>
                <a:ea typeface="Arial"/>
                <a:cs typeface="Arial"/>
                <a:sym typeface="Arial"/>
              </a:rPr>
              <a:t>Graphical inspection</a:t>
            </a:r>
            <a:endParaRPr/>
          </a:p>
          <a:p>
            <a:pPr indent="0" lvl="0" marL="0" rtl="0" algn="ctr">
              <a:spcBef>
                <a:spcPts val="480"/>
              </a:spcBef>
              <a:spcAft>
                <a:spcPts val="0"/>
              </a:spcAft>
              <a:buSzPts val="2040"/>
              <a:buNone/>
            </a:pPr>
            <a:r>
              <a:t/>
            </a:r>
            <a:endParaRPr b="1" sz="2400">
              <a:latin typeface="Arial"/>
              <a:ea typeface="Arial"/>
              <a:cs typeface="Arial"/>
              <a:sym typeface="Arial"/>
            </a:endParaRPr>
          </a:p>
          <a:p>
            <a:pPr indent="0" lvl="0" marL="0" rtl="0" algn="l">
              <a:spcBef>
                <a:spcPts val="480"/>
              </a:spcBef>
              <a:spcAft>
                <a:spcPts val="0"/>
              </a:spcAft>
              <a:buSzPts val="2040"/>
              <a:buNone/>
            </a:pPr>
            <a:r>
              <a:rPr b="1" lang="en-US" sz="2400"/>
              <a:t>Boxplot</a:t>
            </a:r>
            <a:endParaRPr b="1" sz="2400"/>
          </a:p>
        </p:txBody>
      </p:sp>
      <p:sp>
        <p:nvSpPr>
          <p:cNvPr id="379" name="Google Shape;379;p39"/>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80" name="Google Shape;380;p39"/>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pic>
        <p:nvPicPr>
          <p:cNvPr id="381" name="Google Shape;381;p39"/>
          <p:cNvPicPr preferRelativeResize="0"/>
          <p:nvPr/>
        </p:nvPicPr>
        <p:blipFill rotWithShape="1">
          <a:blip r:embed="rId3">
            <a:alphaModFix/>
          </a:blip>
          <a:srcRect b="14583" l="48829" r="7248" t="44792"/>
          <a:stretch/>
        </p:blipFill>
        <p:spPr>
          <a:xfrm>
            <a:off x="981807" y="2819400"/>
            <a:ext cx="7180385" cy="37338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6" name="Shape 386"/>
        <p:cNvGrpSpPr/>
        <p:nvPr/>
      </p:nvGrpSpPr>
      <p:grpSpPr>
        <a:xfrm>
          <a:off x="0" y="0"/>
          <a:ext cx="0" cy="0"/>
          <a:chOff x="0" y="0"/>
          <a:chExt cx="0" cy="0"/>
        </a:xfrm>
      </p:grpSpPr>
      <p:sp>
        <p:nvSpPr>
          <p:cNvPr id="387" name="Google Shape;387;p40"/>
          <p:cNvSpPr txBox="1"/>
          <p:nvPr>
            <p:ph idx="1" type="body"/>
          </p:nvPr>
        </p:nvSpPr>
        <p:spPr>
          <a:xfrm>
            <a:off x="228600" y="1485900"/>
            <a:ext cx="8686800" cy="5067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040"/>
              <a:buNone/>
            </a:pPr>
            <a:r>
              <a:rPr b="1" lang="en-US" sz="2400">
                <a:latin typeface="Arial"/>
                <a:ea typeface="Arial"/>
                <a:cs typeface="Arial"/>
                <a:sym typeface="Arial"/>
              </a:rPr>
              <a:t>Graphical inspection</a:t>
            </a:r>
            <a:endParaRPr/>
          </a:p>
          <a:p>
            <a:pPr indent="0" lvl="0" marL="0" rtl="0" algn="ctr">
              <a:spcBef>
                <a:spcPts val="480"/>
              </a:spcBef>
              <a:spcAft>
                <a:spcPts val="0"/>
              </a:spcAft>
              <a:buSzPts val="2040"/>
              <a:buNone/>
            </a:pPr>
            <a:r>
              <a:t/>
            </a:r>
            <a:endParaRPr b="1" sz="2400">
              <a:latin typeface="Arial"/>
              <a:ea typeface="Arial"/>
              <a:cs typeface="Arial"/>
              <a:sym typeface="Arial"/>
            </a:endParaRPr>
          </a:p>
          <a:p>
            <a:pPr indent="0" lvl="0" marL="0" rtl="0" algn="l">
              <a:spcBef>
                <a:spcPts val="480"/>
              </a:spcBef>
              <a:spcAft>
                <a:spcPts val="0"/>
              </a:spcAft>
              <a:buSzPts val="2040"/>
              <a:buNone/>
            </a:pPr>
            <a:r>
              <a:rPr b="1" lang="en-US" sz="2400"/>
              <a:t>Histogram</a:t>
            </a:r>
            <a:endParaRPr/>
          </a:p>
          <a:p>
            <a:pPr indent="0" lvl="0" marL="0" rtl="0" algn="just">
              <a:spcBef>
                <a:spcPts val="480"/>
              </a:spcBef>
              <a:spcAft>
                <a:spcPts val="0"/>
              </a:spcAft>
              <a:buSzPts val="2040"/>
              <a:buNone/>
            </a:pPr>
            <a:r>
              <a:rPr lang="en-US" sz="2400"/>
              <a:t>Is a graphical display that uses rectangular bars to show the frequency distribution of a set of numerical data.</a:t>
            </a:r>
            <a:endParaRPr sz="2400"/>
          </a:p>
          <a:p>
            <a:pPr indent="0" lvl="0" marL="0" rtl="0" algn="l">
              <a:spcBef>
                <a:spcPts val="480"/>
              </a:spcBef>
              <a:spcAft>
                <a:spcPts val="0"/>
              </a:spcAft>
              <a:buSzPts val="2040"/>
              <a:buNone/>
            </a:pPr>
            <a:r>
              <a:t/>
            </a:r>
            <a:endParaRPr b="1" sz="2400"/>
          </a:p>
        </p:txBody>
      </p:sp>
      <p:sp>
        <p:nvSpPr>
          <p:cNvPr id="388" name="Google Shape;388;p40"/>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89" name="Google Shape;389;p40"/>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pic>
        <p:nvPicPr>
          <p:cNvPr id="390" name="Google Shape;390;p40"/>
          <p:cNvPicPr preferRelativeResize="0"/>
          <p:nvPr/>
        </p:nvPicPr>
        <p:blipFill rotWithShape="1">
          <a:blip r:embed="rId3">
            <a:alphaModFix/>
          </a:blip>
          <a:srcRect b="26011" l="19547" r="60391" t="35446"/>
          <a:stretch/>
        </p:blipFill>
        <p:spPr>
          <a:xfrm>
            <a:off x="685800" y="3636916"/>
            <a:ext cx="2610394" cy="2819401"/>
          </a:xfrm>
          <a:prstGeom prst="rect">
            <a:avLst/>
          </a:prstGeom>
          <a:noFill/>
          <a:ln>
            <a:noFill/>
          </a:ln>
        </p:spPr>
      </p:pic>
      <p:pic>
        <p:nvPicPr>
          <p:cNvPr id="391" name="Google Shape;391;p40"/>
          <p:cNvPicPr preferRelativeResize="0"/>
          <p:nvPr/>
        </p:nvPicPr>
        <p:blipFill rotWithShape="1">
          <a:blip r:embed="rId3">
            <a:alphaModFix/>
          </a:blip>
          <a:srcRect b="12499" l="48243" r="7833" t="31250"/>
          <a:stretch/>
        </p:blipFill>
        <p:spPr>
          <a:xfrm>
            <a:off x="4066418" y="3636916"/>
            <a:ext cx="4184953" cy="301316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6" name="Shape 396"/>
        <p:cNvGrpSpPr/>
        <p:nvPr/>
      </p:nvGrpSpPr>
      <p:grpSpPr>
        <a:xfrm>
          <a:off x="0" y="0"/>
          <a:ext cx="0" cy="0"/>
          <a:chOff x="0" y="0"/>
          <a:chExt cx="0" cy="0"/>
        </a:xfrm>
      </p:grpSpPr>
      <p:sp>
        <p:nvSpPr>
          <p:cNvPr id="397" name="Google Shape;397;p41"/>
          <p:cNvSpPr txBox="1"/>
          <p:nvPr>
            <p:ph idx="1" type="body"/>
          </p:nvPr>
        </p:nvSpPr>
        <p:spPr>
          <a:xfrm>
            <a:off x="228600" y="1485900"/>
            <a:ext cx="8686800" cy="50673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SzPts val="2040"/>
              <a:buNone/>
            </a:pPr>
            <a:r>
              <a:rPr b="1" lang="en-US" sz="2400">
                <a:latin typeface="Arial"/>
                <a:ea typeface="Arial"/>
                <a:cs typeface="Arial"/>
                <a:sym typeface="Arial"/>
              </a:rPr>
              <a:t>Graphical inspection</a:t>
            </a:r>
            <a:endParaRPr/>
          </a:p>
          <a:p>
            <a:pPr indent="0" lvl="0" marL="0" rtl="0" algn="ctr">
              <a:spcBef>
                <a:spcPts val="480"/>
              </a:spcBef>
              <a:spcAft>
                <a:spcPts val="0"/>
              </a:spcAft>
              <a:buSzPts val="2040"/>
              <a:buNone/>
            </a:pPr>
            <a:r>
              <a:t/>
            </a:r>
            <a:endParaRPr b="1" sz="2400">
              <a:latin typeface="Arial"/>
              <a:ea typeface="Arial"/>
              <a:cs typeface="Arial"/>
              <a:sym typeface="Arial"/>
            </a:endParaRPr>
          </a:p>
          <a:p>
            <a:pPr indent="0" lvl="0" marL="0" rtl="0" algn="l">
              <a:spcBef>
                <a:spcPts val="480"/>
              </a:spcBef>
              <a:spcAft>
                <a:spcPts val="0"/>
              </a:spcAft>
              <a:buSzPts val="2040"/>
              <a:buNone/>
            </a:pPr>
            <a:r>
              <a:rPr b="1" lang="en-US" sz="2400"/>
              <a:t>Histogram</a:t>
            </a:r>
            <a:endParaRPr/>
          </a:p>
          <a:p>
            <a:pPr indent="0" lvl="0" marL="0" rtl="0" algn="l">
              <a:spcBef>
                <a:spcPts val="480"/>
              </a:spcBef>
              <a:spcAft>
                <a:spcPts val="0"/>
              </a:spcAft>
              <a:buSzPts val="2040"/>
              <a:buNone/>
            </a:pPr>
            <a:r>
              <a:t/>
            </a:r>
            <a:endParaRPr b="1" sz="2400"/>
          </a:p>
        </p:txBody>
      </p:sp>
      <p:sp>
        <p:nvSpPr>
          <p:cNvPr id="398" name="Google Shape;398;p41"/>
          <p:cNvSpPr txBox="1"/>
          <p:nvPr>
            <p:ph idx="12" type="sldNum"/>
          </p:nvPr>
        </p:nvSpPr>
        <p:spPr>
          <a:xfrm>
            <a:off x="7620000" y="18288"/>
            <a:ext cx="1066800" cy="329184"/>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None/>
            </a:pPr>
            <a:fld id="{00000000-1234-1234-1234-123412341234}" type="slidenum">
              <a:rPr lang="en-US">
                <a:latin typeface="Arial"/>
                <a:ea typeface="Arial"/>
                <a:cs typeface="Arial"/>
                <a:sym typeface="Arial"/>
              </a:rPr>
              <a:t>‹#›</a:t>
            </a:fld>
            <a:endParaRPr>
              <a:latin typeface="Arial"/>
              <a:ea typeface="Arial"/>
              <a:cs typeface="Arial"/>
              <a:sym typeface="Arial"/>
            </a:endParaRPr>
          </a:p>
        </p:txBody>
      </p:sp>
      <p:sp>
        <p:nvSpPr>
          <p:cNvPr id="399" name="Google Shape;399;p41"/>
          <p:cNvSpPr txBox="1"/>
          <p:nvPr>
            <p:ph type="title"/>
          </p:nvPr>
        </p:nvSpPr>
        <p:spPr>
          <a:xfrm>
            <a:off x="0" y="381000"/>
            <a:ext cx="8229600" cy="685800"/>
          </a:xfrm>
          <a:prstGeom prst="rect">
            <a:avLst/>
          </a:prstGeom>
          <a:noFill/>
          <a:ln>
            <a:noFill/>
          </a:ln>
        </p:spPr>
        <p:txBody>
          <a:bodyPr anchorCtr="0" anchor="ctr" bIns="45700" lIns="91425" spcFirstLastPara="1" rIns="91425" wrap="square" tIns="45700">
            <a:normAutofit/>
          </a:bodyPr>
          <a:lstStyle/>
          <a:p>
            <a:pPr indent="0" lvl="1" marL="0" rtl="0" algn="l">
              <a:spcBef>
                <a:spcPts val="0"/>
              </a:spcBef>
              <a:spcAft>
                <a:spcPts val="0"/>
              </a:spcAft>
              <a:buNone/>
            </a:pPr>
            <a:r>
              <a:rPr b="1" lang="en-US" sz="3600">
                <a:solidFill>
                  <a:schemeClr val="dk2"/>
                </a:solidFill>
              </a:rPr>
              <a:t>BASIC EEG ANALYSIS</a:t>
            </a:r>
            <a:endParaRPr b="1" sz="3600">
              <a:solidFill>
                <a:schemeClr val="dk2"/>
              </a:solidFill>
            </a:endParaRPr>
          </a:p>
        </p:txBody>
      </p:sp>
      <p:pic>
        <p:nvPicPr>
          <p:cNvPr id="400" name="Google Shape;400;p41"/>
          <p:cNvPicPr preferRelativeResize="0"/>
          <p:nvPr/>
        </p:nvPicPr>
        <p:blipFill rotWithShape="1">
          <a:blip r:embed="rId3">
            <a:alphaModFix/>
          </a:blip>
          <a:srcRect b="15625" l="48828" r="22474" t="43750"/>
          <a:stretch/>
        </p:blipFill>
        <p:spPr>
          <a:xfrm>
            <a:off x="1641565" y="2886180"/>
            <a:ext cx="4946469" cy="393698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laridad">
  <a:themeElements>
    <a:clrScheme name="Claridad">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laridad">
  <a:themeElements>
    <a:clrScheme name="Claridad">
      <a:dk1>
        <a:srgbClr val="292934"/>
      </a:dk1>
      <a:lt1>
        <a:srgbClr val="FFFFFF"/>
      </a:lt1>
      <a:dk2>
        <a:srgbClr val="D2533C"/>
      </a:dk2>
      <a:lt2>
        <a:srgbClr val="F3F2DC"/>
      </a:lt2>
      <a:accent1>
        <a:srgbClr val="93A299"/>
      </a:accent1>
      <a:accent2>
        <a:srgbClr val="AD8F67"/>
      </a:accent2>
      <a:accent3>
        <a:srgbClr val="726056"/>
      </a:accent3>
      <a:accent4>
        <a:srgbClr val="4C5A6A"/>
      </a:accent4>
      <a:accent5>
        <a:srgbClr val="808DA0"/>
      </a:accent5>
      <a:accent6>
        <a:srgbClr val="79463D"/>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01BCEF6028AD0C4D932BFB69118CCCC0" ma:contentTypeVersion="0" ma:contentTypeDescription="Crear nuevo documento." ma:contentTypeScope="" ma:versionID="79aa1c6f133aadbcb2adf73c667ff92f">
  <xsd:schema xmlns:xsd="http://www.w3.org/2001/XMLSchema" xmlns:xs="http://www.w3.org/2001/XMLSchema" xmlns:p="http://schemas.microsoft.com/office/2006/metadata/properties" targetNamespace="http://schemas.microsoft.com/office/2006/metadata/properties" ma:root="true" ma:fieldsID="6f811a6767019e7426d133b423302158">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FF6DB95D-6942-4442-8094-766A173E6681}"/>
</file>

<file path=customXml/itemProps2.xml><?xml version="1.0" encoding="utf-8"?>
<ds:datastoreItem xmlns:ds="http://schemas.openxmlformats.org/officeDocument/2006/customXml" ds:itemID="{78B73799-571E-4664-80E9-D043BB0159B4}"/>
</file>

<file path=customXml/itemProps3.xml><?xml version="1.0" encoding="utf-8"?>
<ds:datastoreItem xmlns:ds="http://schemas.openxmlformats.org/officeDocument/2006/customXml" ds:itemID="{8F23A187-4734-4747-8EA7-08251E0F29AC}"/>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jfochoa</dc:creator>
  <dcterms:created xsi:type="dcterms:W3CDTF">2014-04-20T23:43:53Z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0x01010001BCEF6028AD0C4D932BFB69118CCCC0</vt:lpwstr>
  </property>
  <property fmtid="{D5CDD505-2E9C-101B-9397-08002B2CF9AE}" pid="3" name="Order">
    <vt:r8>3500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ies>
</file>